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7cc8f62b2464a48" /><Relationship Type="http://schemas.openxmlformats.org/officeDocument/2006/relationships/extended-properties" Target="/docProps/app.xml" Id="R50f8441089914d0c" /><Relationship Type="http://schemas.openxmlformats.org/officeDocument/2006/relationships/officeDocument" Target="/ppt/presentation.xml" Id="Rdc7eca5b2fd44c5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6de232873bd4099"/>
  </p:sldMasterIdLst>
  <p:notesMasterIdLst>
    <p:notesMasterId xmlns:r="http://schemas.openxmlformats.org/officeDocument/2006/relationships" r:id="Rc2225289d15348ba"/>
  </p:notesMasterIdLst>
  <p:sldIdLst>
    <p:sldId xmlns:r="http://schemas.openxmlformats.org/officeDocument/2006/relationships" id="256" r:id="Rc4285e3c584f43a7"/>
  </p:sldIdLst>
  <p:sldSz cx="43891200" cy="329184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d6eb49732504d58" /><Relationship Type="http://schemas.openxmlformats.org/officeDocument/2006/relationships/slideMaster" Target="/ppt/slideMasters/slideMaster1.xml" Id="R26de232873bd4099" /><Relationship Type="http://schemas.openxmlformats.org/officeDocument/2006/relationships/notesMaster" Target="/ppt/notesMasters/notesMaster1.xml" Id="Rc2225289d15348ba" /><Relationship Type="http://schemas.openxmlformats.org/officeDocument/2006/relationships/presProps" Target="/ppt/presProps.xml" Id="R5fe5eae1bf784354" /><Relationship Type="http://schemas.openxmlformats.org/officeDocument/2006/relationships/viewProps" Target="/ppt/viewProps.xml" Id="Rcaa180abffca40aa" /><Relationship Type="http://schemas.openxmlformats.org/officeDocument/2006/relationships/tableStyles" Target="/ppt/tableStyles.xml" Id="R1fadcb8ceea94167" /><Relationship Type="http://schemas.openxmlformats.org/officeDocument/2006/relationships/slide" Target="/ppt/slides/slide1.xml" Id="Rc4285e3c584f43a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709127eb24c4b4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Default Design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e38cb85618e456d" /><Relationship Type="http://schemas.openxmlformats.org/officeDocument/2006/relationships/notesMaster" Target="/ppt/notesMasters/notesMaster1.xml" Id="R4ec0ad8e10434d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8d9c574d8e4fa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495441dabf4d6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23a659867246c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3ba6660c12431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cef537fc6d450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710685c5eb404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bd96963f3e427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e5ad826ae445d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c9792fa8724dc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d48ba8ac8b455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716e97102a4c8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F71BF41-BC6D-4537-A7E2-09AF779B867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288616" y="10228016"/>
            <a:ext cx="37313968" cy="70539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705FBD39-38A4-42B6-8635-B7166E1144B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587985" y="18653228"/>
            <a:ext cx="30715242" cy="841310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 algn="ctr">
              <a:buNone/>
              <a:defRPr/>
            </a:lvl1pPr>
            <a:lvl2pPr marL="1290584" indent="0" algn="ctr">
              <a:buNone/>
              <a:defRPr/>
            </a:lvl2pPr>
            <a:lvl3pPr marL="2581168" indent="0" algn="ctr">
              <a:buNone/>
              <a:defRPr/>
            </a:lvl3pPr>
            <a:lvl4pPr marL="3871752" indent="0" algn="ctr">
              <a:buNone/>
              <a:defRPr/>
            </a:lvl4pPr>
            <a:lvl5pPr marL="5162337" indent="0" algn="ctr">
              <a:buNone/>
              <a:defRPr/>
            </a:lvl5pPr>
            <a:lvl6pPr marL="6452921" indent="0" algn="ctr">
              <a:buNone/>
              <a:defRPr/>
            </a:lvl6pPr>
            <a:lvl7pPr marL="7743505" indent="0" algn="ctr">
              <a:buNone/>
              <a:defRPr/>
            </a:lvl7pPr>
            <a:lvl8pPr marL="9034089" indent="0" algn="ctr">
              <a:buNone/>
              <a:defRPr/>
            </a:lvl8pPr>
            <a:lvl9pPr marL="10324673" indent="0" algn="ctr">
              <a:buNone/>
              <a:defRPr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1B97CD4-B1D3-4544-A976-F2F0AD4555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4DC72B1-F071-40B7-9994-1159B5245FC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192412" y="7679079"/>
            <a:ext cx="39506379" cy="217264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A88373-1A5C-4340-9B93-B45D645845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71321" y="21153765"/>
            <a:ext cx="37303218" cy="653770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t"/>
          <a:lstStyle xmlns:a="http://schemas.openxmlformats.org/drawingml/2006/main">
            <a:lvl1pPr algn="l">
              <a:buNone/>
              <a:defRPr sz="11291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B2C3089-3552-461F-9866-C2803023BEB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471321" y="13950599"/>
            <a:ext cx="37303218" cy="720316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marL="0" indent="0">
              <a:buNone/>
              <a:defRPr sz="5646"/>
            </a:lvl1pPr>
            <a:lvl2pPr marL="1290584" indent="0">
              <a:buNone/>
              <a:defRPr sz="5081"/>
            </a:lvl2pPr>
            <a:lvl3pPr marL="2581168" indent="0">
              <a:buNone/>
              <a:defRPr sz="4516"/>
            </a:lvl3pPr>
            <a:lvl4pPr marL="3871752" indent="0">
              <a:buNone/>
              <a:defRPr sz="3952"/>
            </a:lvl4pPr>
            <a:lvl5pPr marL="5162337" indent="0">
              <a:buNone/>
              <a:defRPr sz="3952"/>
            </a:lvl5pPr>
            <a:lvl6pPr marL="6452921" indent="0">
              <a:buNone/>
              <a:defRPr sz="3952"/>
            </a:lvl6pPr>
            <a:lvl7pPr marL="7743505" indent="0">
              <a:buNone/>
              <a:defRPr sz="3952"/>
            </a:lvl7pPr>
            <a:lvl8pPr marL="9034089" indent="0">
              <a:buNone/>
              <a:defRPr sz="3952"/>
            </a:lvl8pPr>
            <a:lvl9pPr marL="10324673" indent="0">
              <a:buNone/>
              <a:defRPr sz="3952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63ED06-89E4-4ADC-8838-AB1EDB2DEC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3F9EE11-08D5-40A7-8683-D1F7FBF3E86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192421" y="7679079"/>
            <a:ext cx="19237328" cy="217264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7904"/>
            </a:lvl1pPr>
            <a:lvl2pPr>
              <a:buNone/>
              <a:defRPr sz="6775"/>
            </a:lvl2pPr>
            <a:lvl3pPr>
              <a:buNone/>
              <a:defRPr sz="5646"/>
            </a:lvl3pPr>
            <a:lvl4pPr>
              <a:buNone/>
              <a:defRPr sz="5081"/>
            </a:lvl4pPr>
            <a:lvl5pPr>
              <a:buNone/>
              <a:defRPr sz="5081"/>
            </a:lvl5pPr>
            <a:lvl6pPr>
              <a:buNone/>
              <a:defRPr sz="5081"/>
            </a:lvl6pPr>
            <a:lvl7pPr>
              <a:buNone/>
              <a:defRPr sz="5081"/>
            </a:lvl7pPr>
            <a:lvl8pPr>
              <a:buNone/>
              <a:defRPr sz="5081"/>
            </a:lvl8pPr>
            <a:lvl9pPr>
              <a:buNone/>
              <a:defRPr sz="508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8D2CB86-2602-4FF1-B9E3-FF8262F6191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2461464" y="7679079"/>
            <a:ext cx="19237328" cy="217264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7904"/>
            </a:lvl1pPr>
            <a:lvl2pPr>
              <a:buNone/>
              <a:defRPr sz="6775"/>
            </a:lvl2pPr>
            <a:lvl3pPr>
              <a:buNone/>
              <a:defRPr sz="5646"/>
            </a:lvl3pPr>
            <a:lvl4pPr>
              <a:buNone/>
              <a:defRPr sz="5081"/>
            </a:lvl4pPr>
            <a:lvl5pPr>
              <a:buNone/>
              <a:defRPr sz="5081"/>
            </a:lvl5pPr>
            <a:lvl6pPr>
              <a:buNone/>
              <a:defRPr sz="5081"/>
            </a:lvl6pPr>
            <a:lvl7pPr>
              <a:buNone/>
              <a:defRPr sz="5081"/>
            </a:lvl7pPr>
            <a:lvl8pPr>
              <a:buNone/>
              <a:defRPr sz="5081"/>
            </a:lvl8pPr>
            <a:lvl9pPr>
              <a:buNone/>
              <a:defRPr sz="508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384280F-F49E-4150-99FB-D0A4D54384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19FEAD5-E610-4A69-B619-69E01CCE82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192411" y="7368533"/>
            <a:ext cx="19398538" cy="30692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marL="0" indent="0">
              <a:buNone/>
              <a:defRPr sz="6775" b="1"/>
            </a:lvl1pPr>
            <a:lvl2pPr marL="1290584" indent="0">
              <a:buNone/>
              <a:defRPr sz="5646" b="1"/>
            </a:lvl2pPr>
            <a:lvl3pPr marL="2581168" indent="0">
              <a:buNone/>
              <a:defRPr sz="5081" b="1"/>
            </a:lvl3pPr>
            <a:lvl4pPr marL="3871752" indent="0">
              <a:buNone/>
              <a:defRPr sz="4516" b="1"/>
            </a:lvl4pPr>
            <a:lvl5pPr marL="5162337" indent="0">
              <a:buNone/>
              <a:defRPr sz="4516" b="1"/>
            </a:lvl5pPr>
            <a:lvl6pPr marL="6452921" indent="0">
              <a:buNone/>
              <a:defRPr sz="4516" b="1"/>
            </a:lvl6pPr>
            <a:lvl7pPr marL="7743505" indent="0">
              <a:buNone/>
              <a:defRPr sz="4516" b="1"/>
            </a:lvl7pPr>
            <a:lvl8pPr marL="9034089" indent="0">
              <a:buNone/>
              <a:defRPr sz="4516" b="1"/>
            </a:lvl8pPr>
            <a:lvl9pPr marL="10324673" indent="0">
              <a:buNone/>
              <a:defRPr sz="4516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9F6E4AF-4BFF-4D7C-9BC5-9330FA2A6F2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192411" y="10437739"/>
            <a:ext cx="19398538" cy="1896780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6775"/>
            </a:lvl1pPr>
            <a:lvl2pPr>
              <a:buNone/>
              <a:defRPr sz="5646"/>
            </a:lvl2pPr>
            <a:lvl3pPr>
              <a:buNone/>
              <a:defRPr sz="5081"/>
            </a:lvl3pPr>
            <a:lvl4pPr>
              <a:buNone/>
              <a:defRPr sz="4516"/>
            </a:lvl4pPr>
            <a:lvl5pPr>
              <a:buNone/>
              <a:defRPr sz="4516"/>
            </a:lvl5pPr>
            <a:lvl6pPr>
              <a:buNone/>
              <a:defRPr sz="4516"/>
            </a:lvl6pPr>
            <a:lvl7pPr>
              <a:buNone/>
              <a:defRPr sz="4516"/>
            </a:lvl7pPr>
            <a:lvl8pPr>
              <a:buNone/>
              <a:defRPr sz="4516"/>
            </a:lvl8pPr>
            <a:lvl9pPr>
              <a:buNone/>
              <a:defRPr sz="4516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67E44F9-9875-46CC-8D4F-72A38B74202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2300261" y="7368533"/>
            <a:ext cx="19398531" cy="30692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marL="0" indent="0">
              <a:buNone/>
              <a:defRPr sz="6775" b="1"/>
            </a:lvl1pPr>
            <a:lvl2pPr marL="1290584" indent="0">
              <a:buNone/>
              <a:defRPr sz="5646" b="1"/>
            </a:lvl2pPr>
            <a:lvl3pPr marL="2581168" indent="0">
              <a:buNone/>
              <a:defRPr sz="5081" b="1"/>
            </a:lvl3pPr>
            <a:lvl4pPr marL="3871752" indent="0">
              <a:buNone/>
              <a:defRPr sz="4516" b="1"/>
            </a:lvl4pPr>
            <a:lvl5pPr marL="5162337" indent="0">
              <a:buNone/>
              <a:defRPr sz="4516" b="1"/>
            </a:lvl5pPr>
            <a:lvl6pPr marL="6452921" indent="0">
              <a:buNone/>
              <a:defRPr sz="4516" b="1"/>
            </a:lvl6pPr>
            <a:lvl7pPr marL="7743505" indent="0">
              <a:buNone/>
              <a:defRPr sz="4516" b="1"/>
            </a:lvl7pPr>
            <a:lvl8pPr marL="9034089" indent="0">
              <a:buNone/>
              <a:defRPr sz="4516" b="1"/>
            </a:lvl8pPr>
            <a:lvl9pPr marL="10324673" indent="0">
              <a:buNone/>
              <a:defRPr sz="4516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FDE1692-5E03-4E07-9B53-DE78B57C97E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22300261" y="10437739"/>
            <a:ext cx="19398531" cy="1896780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6775"/>
            </a:lvl1pPr>
            <a:lvl2pPr>
              <a:buNone/>
              <a:defRPr sz="5646"/>
            </a:lvl2pPr>
            <a:lvl3pPr>
              <a:buNone/>
              <a:defRPr sz="5081"/>
            </a:lvl3pPr>
            <a:lvl4pPr>
              <a:buNone/>
              <a:defRPr sz="4516"/>
            </a:lvl4pPr>
            <a:lvl5pPr>
              <a:buNone/>
              <a:defRPr sz="4516"/>
            </a:lvl5pPr>
            <a:lvl6pPr>
              <a:buNone/>
              <a:defRPr sz="4516"/>
            </a:lvl6pPr>
            <a:lvl7pPr>
              <a:buNone/>
              <a:defRPr sz="4516"/>
            </a:lvl7pPr>
            <a:lvl8pPr>
              <a:buNone/>
              <a:defRPr sz="4516"/>
            </a:lvl8pPr>
            <a:lvl9pPr>
              <a:buNone/>
              <a:defRPr sz="4516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3B483F-5781-48DE-BC3C-41169CAD87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45DEBF-D363-41ED-9291-06627EDAD0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0768"/>
            <a:ext cx="14444117" cy="55778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algn="l">
              <a:buNone/>
              <a:defRPr sz="5646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CB05962-AEF3-4646-AF49-2EC387EA43A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7163140" y="1310769"/>
            <a:ext cx="24535650" cy="2809477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9033"/>
            </a:lvl1pPr>
            <a:lvl2pPr>
              <a:buNone/>
              <a:defRPr sz="7904"/>
            </a:lvl2pPr>
            <a:lvl3pPr>
              <a:buNone/>
              <a:defRPr sz="6775"/>
            </a:lvl3pPr>
            <a:lvl4pPr>
              <a:buNone/>
              <a:defRPr sz="5646"/>
            </a:lvl4pPr>
            <a:lvl5pPr>
              <a:buNone/>
              <a:defRPr sz="5646"/>
            </a:lvl5pPr>
            <a:lvl6pPr>
              <a:buNone/>
              <a:defRPr sz="5646"/>
            </a:lvl6pPr>
            <a:lvl7pPr>
              <a:buNone/>
              <a:defRPr sz="5646"/>
            </a:lvl7pPr>
            <a:lvl8pPr>
              <a:buNone/>
              <a:defRPr sz="5646"/>
            </a:lvl8pPr>
            <a:lvl9pPr>
              <a:buNone/>
              <a:defRPr sz="5646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2EB9BD7-A65F-4B5E-9EB4-D2AC08D805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192412" y="6888586"/>
            <a:ext cx="14444117" cy="2251696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3952"/>
            </a:lvl1pPr>
            <a:lvl2pPr marL="1290584" indent="0">
              <a:buNone/>
              <a:defRPr sz="3387"/>
            </a:lvl2pPr>
            <a:lvl3pPr marL="2581168" indent="0">
              <a:buNone/>
              <a:defRPr sz="2823"/>
            </a:lvl3pPr>
            <a:lvl4pPr marL="3871752" indent="0">
              <a:buNone/>
              <a:defRPr sz="2541"/>
            </a:lvl4pPr>
            <a:lvl5pPr marL="5162337" indent="0">
              <a:buNone/>
              <a:defRPr sz="2541"/>
            </a:lvl5pPr>
            <a:lvl6pPr marL="6452921" indent="0">
              <a:buNone/>
              <a:defRPr sz="2541"/>
            </a:lvl6pPr>
            <a:lvl7pPr marL="7743505" indent="0">
              <a:buNone/>
              <a:defRPr sz="2541"/>
            </a:lvl7pPr>
            <a:lvl8pPr marL="9034089" indent="0">
              <a:buNone/>
              <a:defRPr sz="2541"/>
            </a:lvl8pPr>
            <a:lvl9pPr marL="10324673" indent="0">
              <a:buNone/>
              <a:defRPr sz="254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84673F5-421A-4F32-BDF7-510B871D67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97699" y="23041268"/>
            <a:ext cx="26341171" cy="272236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algn="l">
              <a:buNone/>
              <a:defRPr sz="5646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DACD568-3509-480A-B390-A9A558B73098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8597699" y="2940156"/>
            <a:ext cx="26341171" cy="197502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9033"/>
            </a:lvl1pPr>
            <a:lvl2pPr marL="1290584" indent="0">
              <a:buNone/>
              <a:defRPr sz="7904"/>
            </a:lvl2pPr>
            <a:lvl3pPr marL="2581168" indent="0">
              <a:buNone/>
              <a:defRPr sz="6775"/>
            </a:lvl3pPr>
            <a:lvl4pPr marL="3871752" indent="0">
              <a:buNone/>
              <a:defRPr sz="5646"/>
            </a:lvl4pPr>
            <a:lvl5pPr marL="5162337" indent="0">
              <a:buNone/>
              <a:defRPr sz="5646"/>
            </a:lvl5pPr>
            <a:lvl6pPr marL="6452921" indent="0">
              <a:buNone/>
              <a:defRPr sz="5646"/>
            </a:lvl6pPr>
            <a:lvl7pPr marL="7743505" indent="0">
              <a:buNone/>
              <a:defRPr sz="5646"/>
            </a:lvl7pPr>
            <a:lvl8pPr marL="9034089" indent="0">
              <a:buNone/>
              <a:defRPr sz="5646"/>
            </a:lvl8pPr>
            <a:lvl9pPr marL="10324673" indent="0">
              <a:buNone/>
              <a:defRPr sz="5646"/>
            </a:lvl9pPr>
          </a:lstStyle>
          <a:p xmlns:a="http://schemas.openxmlformats.org/drawingml/2006/main">
            <a:pPr>
              <a:buNone/>
            </a:pP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AEF4487-7BAE-452F-85AD-9CF762AADF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597699" y="25763633"/>
            <a:ext cx="26341171" cy="38637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3952"/>
            </a:lvl1pPr>
            <a:lvl2pPr marL="1290584" indent="0">
              <a:buNone/>
              <a:defRPr sz="3387"/>
            </a:lvl2pPr>
            <a:lvl3pPr marL="2581168" indent="0">
              <a:buNone/>
              <a:defRPr sz="2823"/>
            </a:lvl3pPr>
            <a:lvl4pPr marL="3871752" indent="0">
              <a:buNone/>
              <a:defRPr sz="2541"/>
            </a:lvl4pPr>
            <a:lvl5pPr marL="5162337" indent="0">
              <a:buNone/>
              <a:defRPr sz="2541"/>
            </a:lvl5pPr>
            <a:lvl6pPr marL="6452921" indent="0">
              <a:buNone/>
              <a:defRPr sz="2541"/>
            </a:lvl6pPr>
            <a:lvl7pPr marL="7743505" indent="0">
              <a:buNone/>
              <a:defRPr sz="2541"/>
            </a:lvl7pPr>
            <a:lvl8pPr marL="9034089" indent="0">
              <a:buNone/>
              <a:defRPr sz="2541"/>
            </a:lvl8pPr>
            <a:lvl9pPr marL="10324673" indent="0">
              <a:buNone/>
              <a:defRPr sz="254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C0B4C8-85CA-4C9B-BB92-1C7F346095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B9EC2F8-AC2F-47D2-B918-0267B0BC24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192412" y="7679079"/>
            <a:ext cx="39506379" cy="217264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B4D1652-370D-4E7A-9C4E-0010FEED9F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822198" y="1318835"/>
            <a:ext cx="9876592" cy="2808671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495163-C7CF-4DFB-8120-FF21507B0B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192410" y="1318835"/>
            <a:ext cx="28598066" cy="2808671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51dfb7ab03d4d2e" /><Relationship Type="http://schemas.openxmlformats.org/officeDocument/2006/relationships/slideLayout" Target="/ppt/slideLayouts/slideLayout1.xml" Id="R6a5f26cf49234d2c" /><Relationship Type="http://schemas.openxmlformats.org/officeDocument/2006/relationships/slideLayout" Target="/ppt/slideLayouts/slideLayout2.xml" Id="Ra833135de66f4d77" /><Relationship Type="http://schemas.openxmlformats.org/officeDocument/2006/relationships/slideLayout" Target="/ppt/slideLayouts/slideLayout3.xml" Id="R584addf6ec1a4105" /><Relationship Type="http://schemas.openxmlformats.org/officeDocument/2006/relationships/slideLayout" Target="/ppt/slideLayouts/slideLayout4.xml" Id="R53ddbf481c054844" /><Relationship Type="http://schemas.openxmlformats.org/officeDocument/2006/relationships/slideLayout" Target="/ppt/slideLayouts/slideLayout5.xml" Id="Rc92806348ef248cc" /><Relationship Type="http://schemas.openxmlformats.org/officeDocument/2006/relationships/slideLayout" Target="/ppt/slideLayouts/slideLayout6.xml" Id="Re9807ca4e37749c1" /><Relationship Type="http://schemas.openxmlformats.org/officeDocument/2006/relationships/slideLayout" Target="/ppt/slideLayouts/slideLayout7.xml" Id="R6dd32dd7afb24f26" /><Relationship Type="http://schemas.openxmlformats.org/officeDocument/2006/relationships/slideLayout" Target="/ppt/slideLayouts/slideLayout8.xml" Id="R18995a51580d488e" /><Relationship Type="http://schemas.openxmlformats.org/officeDocument/2006/relationships/slideLayout" Target="/ppt/slideLayouts/slideLayout9.xml" Id="Rfc294316f2c04c28" /><Relationship Type="http://schemas.openxmlformats.org/officeDocument/2006/relationships/slideLayout" Target="/ppt/slideLayouts/slideLayout10.xml" Id="Rdd4405e2cfcc4ac8" /><Relationship Type="http://schemas.openxmlformats.org/officeDocument/2006/relationships/slideLayout" Target="/ppt/slideLayouts/slideLayout11.xml" Id="R36f9c88930d54857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5f26cf49234d2c"/>
    <p:sldLayoutId xmlns:r="http://schemas.openxmlformats.org/officeDocument/2006/relationships" id="2147483650" r:id="Ra833135de66f4d77"/>
    <p:sldLayoutId xmlns:r="http://schemas.openxmlformats.org/officeDocument/2006/relationships" id="2147483651" r:id="R584addf6ec1a4105"/>
    <p:sldLayoutId xmlns:r="http://schemas.openxmlformats.org/officeDocument/2006/relationships" id="2147483652" r:id="R53ddbf481c054844"/>
    <p:sldLayoutId xmlns:r="http://schemas.openxmlformats.org/officeDocument/2006/relationships" id="2147483653" r:id="Rc92806348ef248cc"/>
    <p:sldLayoutId xmlns:r="http://schemas.openxmlformats.org/officeDocument/2006/relationships" id="2147483654" r:id="Re9807ca4e37749c1"/>
    <p:sldLayoutId xmlns:r="http://schemas.openxmlformats.org/officeDocument/2006/relationships" id="2147483655" r:id="R6dd32dd7afb24f26"/>
    <p:sldLayoutId xmlns:r="http://schemas.openxmlformats.org/officeDocument/2006/relationships" id="2147483656" r:id="R18995a51580d488e"/>
    <p:sldLayoutId xmlns:r="http://schemas.openxmlformats.org/officeDocument/2006/relationships" id="2147483657" r:id="Rfc294316f2c04c28"/>
    <p:sldLayoutId xmlns:r="http://schemas.openxmlformats.org/officeDocument/2006/relationships" id="2147483658" r:id="Rdd4405e2cfcc4ac8"/>
    <p:sldLayoutId xmlns:r="http://schemas.openxmlformats.org/officeDocument/2006/relationships" id="2147483659" r:id="R36f9c88930d54857"/>
  </p:sldLayoutIdLst>
  <p:txStyles>
    <p:titleStyle>
      <a:lvl1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+mj-lt"/>
          <a:ea typeface="+mj-lt"/>
          <a:cs typeface="+mj-lt"/>
        </a:defRPr>
      </a:lvl1pPr>
      <a:lvl2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Arial"/>
          <a:ea typeface="Arial"/>
          <a:cs typeface="Arial"/>
        </a:defRPr>
      </a:lvl2pPr>
      <a:lvl3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Arial"/>
          <a:ea typeface="Arial"/>
          <a:cs typeface="Arial"/>
        </a:defRPr>
      </a:lvl3pPr>
      <a:lvl4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Arial"/>
          <a:ea typeface="Arial"/>
          <a:cs typeface="Arial"/>
        </a:defRPr>
      </a:lvl4pPr>
      <a:lvl5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Arial"/>
          <a:ea typeface="Arial"/>
          <a:cs typeface="Arial"/>
        </a:defRPr>
      </a:lvl5pPr>
      <a:lvl6pPr xmlns:a="http://schemas.openxmlformats.org/drawingml/2006/main" marL="1290584" algn="ctr" defTabSz="3262310">
        <a:spcBef>
          <a:spcPct val="0"/>
        </a:spcBef>
        <a:spcAft>
          <a:spcPct val="0"/>
        </a:spcAft>
        <a:buNone/>
        <a:defRPr sz="15808">
          <a:solidFill>
            <a:schemeClr val="tx2"/>
          </a:solidFill>
          <a:latin typeface="Arial"/>
          <a:ea typeface="Arial"/>
          <a:cs typeface="Arial"/>
        </a:defRPr>
      </a:lvl6pPr>
      <a:lvl7pPr xmlns:a="http://schemas.openxmlformats.org/drawingml/2006/main" marL="2581168" algn="ctr" defTabSz="3262310">
        <a:spcBef>
          <a:spcPct val="0"/>
        </a:spcBef>
        <a:spcAft>
          <a:spcPct val="0"/>
        </a:spcAft>
        <a:buNone/>
        <a:defRPr sz="15808">
          <a:solidFill>
            <a:schemeClr val="tx2"/>
          </a:solidFill>
          <a:latin typeface="Arial"/>
          <a:ea typeface="Arial"/>
          <a:cs typeface="Arial"/>
        </a:defRPr>
      </a:lvl7pPr>
      <a:lvl8pPr xmlns:a="http://schemas.openxmlformats.org/drawingml/2006/main" marL="3871752" algn="ctr" defTabSz="3262310">
        <a:spcBef>
          <a:spcPct val="0"/>
        </a:spcBef>
        <a:spcAft>
          <a:spcPct val="0"/>
        </a:spcAft>
        <a:buNone/>
        <a:defRPr sz="15808">
          <a:solidFill>
            <a:schemeClr val="tx2"/>
          </a:solidFill>
          <a:latin typeface="Arial"/>
          <a:ea typeface="Arial"/>
          <a:cs typeface="Arial"/>
        </a:defRPr>
      </a:lvl8pPr>
      <a:lvl9pPr xmlns:a="http://schemas.openxmlformats.org/drawingml/2006/main" marL="5162337" algn="ctr" defTabSz="3262310">
        <a:spcBef>
          <a:spcPct val="0"/>
        </a:spcBef>
        <a:spcAft>
          <a:spcPct val="0"/>
        </a:spcAft>
        <a:buNone/>
        <a:defRPr sz="15808">
          <a:solidFill>
            <a:schemeClr val="tx2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L="1222375" indent="-1222375" algn="l" defTabSz="3260725">
        <a:spcBef>
          <a:spcPct val="20000"/>
        </a:spcBef>
        <a:spcAft>
          <a:spcPct val="0"/>
        </a:spcAft>
        <a:buChar char="•"/>
        <a:defRPr sz="1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652713" indent="-1020763" algn="l" defTabSz="3260725">
        <a:spcBef>
          <a:spcPct val="20000"/>
        </a:spcBef>
        <a:spcAft>
          <a:spcPct val="0"/>
        </a:spcAft>
        <a:buChar char="–"/>
        <a:defRPr sz="101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4076700" indent="-814388" algn="l" defTabSz="3260725">
        <a:spcBef>
          <a:spcPct val="20000"/>
        </a:spcBef>
        <a:spcAft>
          <a:spcPct val="0"/>
        </a:spcAft>
        <a:buChar char="•"/>
        <a:defRPr sz="8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5713413" indent="-819150" algn="l" defTabSz="3260725">
        <a:spcBef>
          <a:spcPct val="20000"/>
        </a:spcBef>
        <a:spcAft>
          <a:spcPct val="0"/>
        </a:spcAft>
        <a:buChar char="–"/>
        <a:defRPr sz="7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7339013" indent="-814388" algn="l" defTabSz="3260725">
        <a:spcBef>
          <a:spcPct val="20000"/>
        </a:spcBef>
        <a:spcAft>
          <a:spcPct val="0"/>
        </a:spcAft>
        <a:buChar char="»"/>
        <a:defRPr sz="7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8630782" indent="-815577" algn="l" defTabSz="3262310">
        <a:spcBef>
          <a:spcPct val="20000"/>
        </a:spcBef>
        <a:spcAft>
          <a:spcPct val="0"/>
        </a:spcAft>
        <a:buChar char="»"/>
        <a:defRPr sz="7057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9921366" indent="-815577" algn="l" defTabSz="3262310">
        <a:spcBef>
          <a:spcPct val="20000"/>
        </a:spcBef>
        <a:spcAft>
          <a:spcPct val="0"/>
        </a:spcAft>
        <a:buChar char="»"/>
        <a:defRPr sz="7057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1211950" indent="-815577" algn="l" defTabSz="3262310">
        <a:spcBef>
          <a:spcPct val="20000"/>
        </a:spcBef>
        <a:spcAft>
          <a:spcPct val="0"/>
        </a:spcAft>
        <a:buChar char="»"/>
        <a:defRPr sz="7057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2502534" indent="-815577" algn="l" defTabSz="3262310">
        <a:spcBef>
          <a:spcPct val="20000"/>
        </a:spcBef>
        <a:spcAft>
          <a:spcPct val="0"/>
        </a:spcAft>
        <a:buChar char="»"/>
        <a:defRPr sz="7057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290584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581168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871752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5162337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6452921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7743505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9034089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0324673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Default Design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f4f0331bf54ff0" /><Relationship Type="http://schemas.openxmlformats.org/officeDocument/2006/relationships/image" Target="/ppt/media/image.png" Id="R25f50d1c3e5c4dee" /><Relationship Type="http://schemas.openxmlformats.org/officeDocument/2006/relationships/image" Target="/ppt/media/image2.png" Id="R9a03a2d3afeb441c" /><Relationship Type="http://schemas.openxmlformats.org/officeDocument/2006/relationships/image" Target="/ppt/media/image3.png" Id="R47bd4cdb33eb49cf" /><Relationship Type="http://schemas.openxmlformats.org/officeDocument/2006/relationships/image" Target="/ppt/media/image4.png" Id="R837c7528521d42f5" /><Relationship Type="http://schemas.openxmlformats.org/officeDocument/2006/relationships/image" Target="/ppt/media/image5.png" Id="R161f7d53ecff4105" /><Relationship Type="http://schemas.openxmlformats.org/officeDocument/2006/relationships/image" Target="/ppt/media/image6.png" Id="R59a633428939412e" /><Relationship Type="http://schemas.openxmlformats.org/officeDocument/2006/relationships/image" Target="/ppt/media/image7.png" Id="R0f2383c324ff4946" /><Relationship Type="http://schemas.openxmlformats.org/officeDocument/2006/relationships/image" Target="/ppt/media/image8.png" Id="R5b50d2b0086c487b" /><Relationship Type="http://schemas.openxmlformats.org/officeDocument/2006/relationships/image" Target="/ppt/media/image9.png" Id="Rfd3d3e68d53740fb" /><Relationship Type="http://schemas.openxmlformats.org/officeDocument/2006/relationships/image" Target="/ppt/media/image10.png" Id="R1e47abb8afa14a86" /><Relationship Type="http://schemas.openxmlformats.org/officeDocument/2006/relationships/image" Target="/ppt/media/image11.png" Id="R876f2124fa524b5b" /><Relationship Type="http://schemas.openxmlformats.org/officeDocument/2006/relationships/image" Target="/ppt/media/image12.png" Id="R69942654c14048d3" /><Relationship Type="http://schemas.openxmlformats.org/officeDocument/2006/relationships/notesSlide" Target="/ppt/notesSlides/notesSlide1.xml" Id="R7227d348b4484513" 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4" name="TextBox 3">
            <a:extLst>
              <a:ext uri="{FF2B5EF4-FFF2-40B4-BE49-F238E27FC236}">
                <ns2:creationId id="{953F0A63-7DBA-4862-8ADB-634BE2082DC4}"/>
              </a:ext>
            </a:extLst>
          </p:cNvPr>
          <p:cNvSpPr>
            <a:spLocks noGrp="1"/>
          </p:cNvSpPr>
          <p:nvPr/>
        </p:nvSpPr>
        <p:spPr>
          <a:xfrm>
            <a:off x="8436429" y="0"/>
            <a:ext cx="26974800" cy="32918400"/>
          </a:xfrm>
          <a:prstGeom prst="rect">
            <a:avLst/>
          </a:prstGeom>
          <a:solidFill>
            <a:srgbClr val="20425A"/>
          </a:solidFill>
        </p:spPr>
        <p:txBody>
          <a:bodyPr wrap="square">
            <a:spAutoFit/>
          </a:bodyPr>
          <a:lstStyle/>
          <a:p/>
        </p:txBody>
      </p:sp>
      <p:sp>
        <p:nvSpPr>
          <p:cNvPr id="5" name="Title 4">
            <a:extLst>
              <a:ext uri="{FF2B5EF4-FFF2-40B4-BE49-F238E27FC236}">
                <ns2:creationId id="{E2B6D61B-B0C1-41B4-91D3-8A4338C302FE}"/>
              </a:ext>
            </a:extLst>
          </p:cNvPr>
          <p:cNvSpPr>
            <a:spLocks noGrp="1"/>
          </p:cNvSpPr>
          <p:nvPr/>
        </p:nvSpPr>
        <p:spPr>
          <a:xfrm>
            <a:off x="8436429" y="6443810"/>
            <a:ext cx="26974800" cy="11097741"/>
          </a:xfrm>
          <a:prstGeom prst="rect">
            <a:avLst/>
          </a:prstGeom>
        </p:spPr>
        <p:txBody>
          <a:bodyPr vert="horz" lIns="914400" rIns="914400" anchor="t">
            <a:noAutofit/>
          </a:bodyPr>
          <a:lstStyle>
            <a:lvl1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+mj-lt"/>
                <a:ea typeface="+mj-lt"/>
                <a:cs typeface="+mj-lt"/>
              </a:defRPr>
            </a:lvl1pPr>
            <a:lvl2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2pPr>
            <a:lvl3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3pPr>
            <a:lvl4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4pPr>
            <a:lvl5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5pPr>
            <a:lvl6pPr marL="1290584" algn="ctr" defTabSz="3262310">
              <a:spcBef>
                <a:spcPct val="0"/>
              </a:spcBef>
              <a:spcAft>
                <a:spcPct val="0"/>
              </a:spcAft>
              <a:buNone/>
              <a:defRPr sz="15808">
                <a:solidFill>
                  <a:schemeClr val="tx2"/>
                </a:solidFill>
                <a:latin typeface="Arial"/>
                <a:ea typeface="Arial"/>
                <a:cs typeface="Arial"/>
              </a:defRPr>
            </a:lvl6pPr>
            <a:lvl7pPr marL="2581168" algn="ctr" defTabSz="3262310">
              <a:spcBef>
                <a:spcPct val="0"/>
              </a:spcBef>
              <a:spcAft>
                <a:spcPct val="0"/>
              </a:spcAft>
              <a:buNone/>
              <a:defRPr sz="15808">
                <a:solidFill>
                  <a:schemeClr val="tx2"/>
                </a:solidFill>
                <a:latin typeface="Arial"/>
                <a:ea typeface="Arial"/>
                <a:cs typeface="Arial"/>
              </a:defRPr>
            </a:lvl7pPr>
            <a:lvl8pPr marL="3871752" algn="ctr" defTabSz="3262310">
              <a:spcBef>
                <a:spcPct val="0"/>
              </a:spcBef>
              <a:spcAft>
                <a:spcPct val="0"/>
              </a:spcAft>
              <a:buNone/>
              <a:defRPr sz="15808">
                <a:solidFill>
                  <a:schemeClr val="tx2"/>
                </a:solidFill>
                <a:latin typeface="Arial"/>
                <a:ea typeface="Arial"/>
                <a:cs typeface="Arial"/>
              </a:defRPr>
            </a:lvl8pPr>
            <a:lvl9pPr marL="5162337" algn="ctr" defTabSz="3262310">
              <a:spcBef>
                <a:spcPct val="0"/>
              </a:spcBef>
              <a:spcAft>
                <a:spcPct val="0"/>
              </a:spcAft>
              <a:buNone/>
              <a:defRPr sz="15808">
                <a:solidFill>
                  <a:schemeClr val="tx2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sz="9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More asthma diagnosis, without proportional improvement in control</a:t>
            </a:r>
            <a:endParaRPr/>
          </a:p>
        </p:txBody>
      </p:sp>
      <p:sp>
        <p:nvSpPr>
          <p:cNvPr id="11" name="Graphic 7">
            <a:extLst>
              <a:ext uri="{FF2B5EF4-FFF2-40B4-BE49-F238E27FC236}">
                <ns2:creationId id="{6A914F07-9B81-4F27-AA77-A20809DD98D8}"/>
              </a:ext>
            </a:extLst>
          </p:cNvPr>
          <p:cNvSpPr>
            <a:spLocks noGrp="1"/>
          </p:cNvSpPr>
          <p:nvPr/>
        </p:nvSpPr>
        <p:spPr>
          <a:xfrm>
            <a:off x="17812662" y="25909266"/>
            <a:ext cx="1117158" cy="1932381"/>
          </a:xfrm>
          <a:custGeom>
            <a:gdLst>
              <a:gd name="connsiteX0" fmla="*/ 321256 w 2089376"/>
              <a:gd name="connsiteY0" fmla="*/ 0 h 3614056"/>
              <a:gd name="connsiteX1" fmla="*/ 0 w 2089376"/>
              <a:gd name="connsiteY1" fmla="*/ 321256 h 3614056"/>
              <a:gd name="connsiteX2" fmla="*/ 0 w 2089376"/>
              <a:gd name="connsiteY2" fmla="*/ 3292801 h 3614056"/>
              <a:gd name="connsiteX3" fmla="*/ 321256 w 2089376"/>
              <a:gd name="connsiteY3" fmla="*/ 3614057 h 3614056"/>
              <a:gd name="connsiteX4" fmla="*/ 1815047 w 2089376"/>
              <a:gd name="connsiteY4" fmla="*/ 3614057 h 3614056"/>
              <a:gd name="connsiteX5" fmla="*/ 2136303 w 2089376"/>
              <a:gd name="connsiteY5" fmla="*/ 3292801 h 3614056"/>
              <a:gd name="connsiteX6" fmla="*/ 2136303 w 2089376"/>
              <a:gd name="connsiteY6" fmla="*/ 321256 h 3614056"/>
              <a:gd name="connsiteX7" fmla="*/ 1815047 w 2089376"/>
              <a:gd name="connsiteY7" fmla="*/ 0 h 3614056"/>
              <a:gd name="connsiteX8" fmla="*/ 321256 w 2089376"/>
              <a:gd name="connsiteY8" fmla="*/ 0 h 3614056"/>
              <a:gd name="connsiteX9" fmla="*/ 889115 w 2089376"/>
              <a:gd name="connsiteY9" fmla="*/ 309397 h 3614056"/>
              <a:gd name="connsiteX10" fmla="*/ 1247302 w 2089376"/>
              <a:gd name="connsiteY10" fmla="*/ 309397 h 3614056"/>
              <a:gd name="connsiteX11" fmla="*/ 1289936 w 2089376"/>
              <a:gd name="connsiteY11" fmla="*/ 369650 h 3614056"/>
              <a:gd name="connsiteX12" fmla="*/ 1247302 w 2089376"/>
              <a:gd name="connsiteY12" fmla="*/ 429903 h 3614056"/>
              <a:gd name="connsiteX13" fmla="*/ 889115 w 2089376"/>
              <a:gd name="connsiteY13" fmla="*/ 429903 h 3614056"/>
              <a:gd name="connsiteX14" fmla="*/ 846480 w 2089376"/>
              <a:gd name="connsiteY14" fmla="*/ 369650 h 3614056"/>
              <a:gd name="connsiteX15" fmla="*/ 889115 w 2089376"/>
              <a:gd name="connsiteY15" fmla="*/ 309397 h 3614056"/>
              <a:gd name="connsiteX16" fmla="*/ 176468 w 2089376"/>
              <a:gd name="connsiteY16" fmla="*/ 738905 h 3614056"/>
              <a:gd name="connsiteX17" fmla="*/ 1959892 w 2089376"/>
              <a:gd name="connsiteY17" fmla="*/ 738905 h 3614056"/>
              <a:gd name="connsiteX18" fmla="*/ 1959892 w 2089376"/>
              <a:gd name="connsiteY18" fmla="*/ 2875208 h 3614056"/>
              <a:gd name="connsiteX19" fmla="*/ 176468 w 2089376"/>
              <a:gd name="connsiteY19" fmla="*/ 2875208 h 3614056"/>
              <a:gd name="connsiteX20" fmla="*/ 176468 w 2089376"/>
              <a:gd name="connsiteY20" fmla="*/ 738905 h 3614056"/>
              <a:gd name="connsiteX21" fmla="*/ 1068180 w 2089376"/>
              <a:gd name="connsiteY21" fmla="*/ 3045747 h 3614056"/>
              <a:gd name="connsiteX22" fmla="*/ 1068180 w 2089376"/>
              <a:gd name="connsiteY22" fmla="*/ 3045747 h 3614056"/>
              <a:gd name="connsiteX23" fmla="*/ 1267066 w 2089376"/>
              <a:gd name="connsiteY23" fmla="*/ 3244633 h 3614056"/>
              <a:gd name="connsiteX24" fmla="*/ 1267066 w 2089376"/>
              <a:gd name="connsiteY24" fmla="*/ 3244633 h 3614056"/>
              <a:gd name="connsiteX25" fmla="*/ 1267066 w 2089376"/>
              <a:gd name="connsiteY25" fmla="*/ 3244633 h 3614056"/>
              <a:gd name="connsiteX26" fmla="*/ 1267066 w 2089376"/>
              <a:gd name="connsiteY26" fmla="*/ 3244633 h 3614056"/>
              <a:gd name="connsiteX27" fmla="*/ 1068180 w 2089376"/>
              <a:gd name="connsiteY27" fmla="*/ 3443519 h 3614056"/>
              <a:gd name="connsiteX28" fmla="*/ 1068180 w 2089376"/>
              <a:gd name="connsiteY28" fmla="*/ 3443519 h 3614056"/>
              <a:gd name="connsiteX29" fmla="*/ 1068180 w 2089376"/>
              <a:gd name="connsiteY29" fmla="*/ 3443519 h 3614056"/>
              <a:gd name="connsiteX30" fmla="*/ 1068180 w 2089376"/>
              <a:gd name="connsiteY30" fmla="*/ 3443519 h 3614056"/>
              <a:gd name="connsiteX31" fmla="*/ 869294 w 2089376"/>
              <a:gd name="connsiteY31" fmla="*/ 3244633 h 3614056"/>
              <a:gd name="connsiteX32" fmla="*/ 869294 w 2089376"/>
              <a:gd name="connsiteY32" fmla="*/ 3244633 h 3614056"/>
              <a:gd name="connsiteX33" fmla="*/ 869294 w 2089376"/>
              <a:gd name="connsiteY33" fmla="*/ 3244633 h 3614056"/>
              <a:gd name="connsiteX34" fmla="*/ 869294 w 2089376"/>
              <a:gd name="connsiteY34" fmla="*/ 3244633 h 3614056"/>
              <a:gd name="connsiteX35" fmla="*/ 1068180 w 2089376"/>
              <a:gd name="connsiteY35" fmla="*/ 3045747 h 3614056"/>
              <a:gd name="connsiteX36" fmla="*/ 1068180 w 2089376"/>
              <a:gd name="connsiteY36" fmla="*/ 3045747 h 3614056"/>
              <a:gd name="connsiteX37" fmla="*/ 1068180 w 2089376"/>
              <a:gd name="connsiteY37" fmla="*/ 3045747 h 3614056"/>
            </a:gdLst>
            <a:rect l="l" t="t" r="r" b="b"/>
            <a:pathLst>
              <a:path w="2089376" h="3614056">
                <a:moveTo>
                  <a:pt x="321256" y="0"/>
                </a:moveTo>
                <a:cubicBezTo>
                  <a:pt x="144562" y="0"/>
                  <a:pt x="0" y="144562"/>
                  <a:pt x="0" y="321256"/>
                </a:cubicBezTo>
                <a:lnTo>
                  <a:pt x="0" y="3292801"/>
                </a:lnTo>
                <a:cubicBezTo>
                  <a:pt x="0" y="3469495"/>
                  <a:pt x="144562" y="3614057"/>
                  <a:pt x="321256" y="3614057"/>
                </a:cubicBezTo>
                <a:lnTo>
                  <a:pt x="1815047" y="3614057"/>
                </a:lnTo>
                <a:cubicBezTo>
                  <a:pt x="1991741" y="3614057"/>
                  <a:pt x="2136303" y="3469495"/>
                  <a:pt x="2136303" y="3292801"/>
                </a:cubicBezTo>
                <a:lnTo>
                  <a:pt x="2136303" y="321256"/>
                </a:lnTo>
                <a:cubicBezTo>
                  <a:pt x="2136303" y="144562"/>
                  <a:pt x="1991741" y="0"/>
                  <a:pt x="1815047" y="0"/>
                </a:cubicBezTo>
                <a:lnTo>
                  <a:pt x="321256" y="0"/>
                </a:lnTo>
                <a:close/>
                <a:moveTo>
                  <a:pt x="889115" y="309397"/>
                </a:moveTo>
                <a:lnTo>
                  <a:pt x="1247302" y="309397"/>
                </a:lnTo>
                <a:cubicBezTo>
                  <a:pt x="1270849" y="309397"/>
                  <a:pt x="1289936" y="336390"/>
                  <a:pt x="1289936" y="369650"/>
                </a:cubicBezTo>
                <a:cubicBezTo>
                  <a:pt x="1289936" y="402911"/>
                  <a:pt x="1270849" y="429903"/>
                  <a:pt x="1247302" y="429903"/>
                </a:cubicBezTo>
                <a:lnTo>
                  <a:pt x="889115" y="429903"/>
                </a:lnTo>
                <a:cubicBezTo>
                  <a:pt x="865567" y="429903"/>
                  <a:pt x="846480" y="402911"/>
                  <a:pt x="846480" y="369650"/>
                </a:cubicBezTo>
                <a:cubicBezTo>
                  <a:pt x="846480" y="336390"/>
                  <a:pt x="865567" y="309397"/>
                  <a:pt x="889115" y="309397"/>
                </a:cubicBezTo>
                <a:close/>
                <a:moveTo>
                  <a:pt x="176468" y="738905"/>
                </a:moveTo>
                <a:lnTo>
                  <a:pt x="1959892" y="738905"/>
                </a:lnTo>
                <a:lnTo>
                  <a:pt x="1959892" y="2875208"/>
                </a:lnTo>
                <a:lnTo>
                  <a:pt x="176468" y="2875208"/>
                </a:lnTo>
                <a:lnTo>
                  <a:pt x="176468" y="738905"/>
                </a:lnTo>
                <a:close/>
                <a:moveTo>
                  <a:pt x="1068180" y="3045747"/>
                </a:moveTo>
                <a:cubicBezTo>
                  <a:pt x="1068180" y="3045747"/>
                  <a:pt x="1068180" y="3045747"/>
                  <a:pt x="1068180" y="3045747"/>
                </a:cubicBezTo>
                <a:cubicBezTo>
                  <a:pt x="1178013" y="3045747"/>
                  <a:pt x="1267066" y="3134799"/>
                  <a:pt x="1267066" y="3244633"/>
                </a:cubicBezTo>
                <a:cubicBezTo>
                  <a:pt x="1267066" y="3244633"/>
                  <a:pt x="1267066" y="3244633"/>
                  <a:pt x="1267066" y="3244633"/>
                </a:cubicBezTo>
                <a:lnTo>
                  <a:pt x="1267066" y="3244633"/>
                </a:lnTo>
                <a:cubicBezTo>
                  <a:pt x="1267066" y="3244633"/>
                  <a:pt x="1267066" y="3244633"/>
                  <a:pt x="1267066" y="3244633"/>
                </a:cubicBezTo>
                <a:cubicBezTo>
                  <a:pt x="1267066" y="3354466"/>
                  <a:pt x="1178013" y="3443519"/>
                  <a:pt x="1068180" y="3443519"/>
                </a:cubicBezTo>
                <a:cubicBezTo>
                  <a:pt x="1068180" y="3443519"/>
                  <a:pt x="1068180" y="3443519"/>
                  <a:pt x="1068180" y="3443519"/>
                </a:cubicBezTo>
                <a:lnTo>
                  <a:pt x="1068180" y="3443519"/>
                </a:lnTo>
                <a:cubicBezTo>
                  <a:pt x="1068180" y="3443519"/>
                  <a:pt x="1068180" y="3443519"/>
                  <a:pt x="1068180" y="3443519"/>
                </a:cubicBezTo>
                <a:cubicBezTo>
                  <a:pt x="958346" y="3443519"/>
                  <a:pt x="869294" y="3354466"/>
                  <a:pt x="869294" y="3244633"/>
                </a:cubicBezTo>
                <a:cubicBezTo>
                  <a:pt x="869294" y="3244633"/>
                  <a:pt x="869294" y="3244633"/>
                  <a:pt x="869294" y="3244633"/>
                </a:cubicBezTo>
                <a:lnTo>
                  <a:pt x="869294" y="3244633"/>
                </a:lnTo>
                <a:cubicBezTo>
                  <a:pt x="869294" y="3244633"/>
                  <a:pt x="869294" y="3244633"/>
                  <a:pt x="869294" y="3244633"/>
                </a:cubicBezTo>
                <a:cubicBezTo>
                  <a:pt x="869294" y="3134799"/>
                  <a:pt x="958346" y="3045747"/>
                  <a:pt x="1068180" y="3045747"/>
                </a:cubicBezTo>
                <a:cubicBezTo>
                  <a:pt x="1068180" y="3045747"/>
                  <a:pt x="1068180" y="3045747"/>
                  <a:pt x="1068180" y="3045747"/>
                </a:cubicBezTo>
                <a:lnTo>
                  <a:pt x="1068180" y="3045747"/>
                </a:lnTo>
                <a:close/>
              </a:path>
            </a:pathLst>
          </a:custGeom>
          <a:solidFill>
            <a:srgbClr val="B9D9EB"/>
          </a:solidFill>
          <a:ln w="56406">
            <a:noFill/>
            <a:prstDash val="solid"/>
          </a:ln>
        </p:spPr>
        <p:txBody>
          <a:bodyPr anchor="ctr"/>
          <a:lstStyle/>
          <a:p/>
        </p:txBody>
      </p:sp>
      <p:sp>
        <p:nvSpPr>
          <p:cNvPr id="12" name="TextBox 11">
            <a:extLst>
              <a:ext uri="{FF2B5EF4-FFF2-40B4-BE49-F238E27FC236}">
                <ns2:creationId id="{166E3CCB-B3D7-4851-9F10-196B92FE8D0C}"/>
              </a:ext>
            </a:extLst>
          </p:cNvPr>
          <p:cNvSpPr>
            <a:spLocks noGrp="1"/>
          </p:cNvSpPr>
          <p:nvPr/>
        </p:nvSpPr>
        <p:spPr>
          <a:xfrm>
            <a:off x="19306853" y="25997207"/>
            <a:ext cx="7179897" cy="140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25" b="0" i="0">
                <a:solidFill>
                  <a:srgbClr val="B9D9EB"/>
                </a:solidFill>
                <a:latin typeface="Arial"/>
                <a:ea typeface="Arial"/>
                <a:cs typeface="Arial"/>
              </a:rPr>
              <a:t>Scan to open</a:t>
            </a:r>
            <a:endParaRPr/>
          </a:p>
          <a:p>
            <a:r>
              <a:rPr sz="2325" b="0" i="0">
                <a:solidFill>
                  <a:srgbClr val="B9D9EB"/>
                </a:solidFill>
                <a:latin typeface="Arial"/>
                <a:ea typeface="Arial"/>
                <a:cs typeface="Arial"/>
              </a:rPr>
              <a:t>the methodological report</a:t>
            </a:r>
            <a:endParaRPr/>
          </a:p>
        </p:txBody>
      </p:sp>
      <p:cxnSp>
        <p:nvCxnSpPr>
          <p:cNvPr id="124" name="Straight Arrow Connector 12"/>
          <p:cNvCxnSpPr/>
          <p:nvPr/>
        </p:nvCxnSpPr>
        <p:spPr>
          <a:xfrm flipH="1">
            <a:off x="16574285" y="26803752"/>
            <a:ext cx="1153301" cy="0"/>
          </a:xfrm>
          <a:prstGeom prst="straightConnector1">
            <a:avLst/>
          </a:prstGeom>
          <a:ln w="66675">
            <a:solidFill>
              <a:srgbClr val="B9D9EB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ns2:creationId id="{613982A0-69CB-45AD-A5F2-E7F4BB7E86EB}"/>
              </a:ext>
            </a:extLst>
          </p:cNvPr>
          <p:cNvSpPr>
            <a:spLocks noGrp="1"/>
          </p:cNvSpPr>
          <p:nvPr/>
        </p:nvSpPr>
        <p:spPr>
          <a:xfrm>
            <a:off x="-1" y="0"/>
            <a:ext cx="8436429" cy="32918400"/>
          </a:xfrm>
          <a:prstGeom prst="rect">
            <a:avLst/>
          </a:prstGeom>
          <a:solidFill>
            <a:schemeClr val="bg1"/>
          </a:soli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marR="0" indent="0" algn="l" defTabSz="2665413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</a:p>
        </p:txBody>
      </p:sp>
      <p:sp>
        <p:nvSpPr>
          <p:cNvPr id="17" name="Rectangle 16">
            <a:extLst>
              <a:ext uri="{FF2B5EF4-FFF2-40B4-BE49-F238E27FC236}">
                <ns2:creationId id="{3E20FE60-407F-4C94-8E81-E6399E6D12A5}"/>
              </a:ext>
            </a:extLst>
          </p:cNvPr>
          <p:cNvSpPr>
            <a:spLocks noGrp="1"/>
          </p:cNvSpPr>
          <p:nvPr/>
        </p:nvSpPr>
        <p:spPr>
          <a:xfrm>
            <a:off x="35411229" y="0"/>
            <a:ext cx="8436429" cy="32918400"/>
          </a:xfrm>
          <a:prstGeom prst="rect">
            <a:avLst/>
          </a:prstGeom>
          <a:solidFill>
            <a:schemeClr val="bg1"/>
          </a:soli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marR="0" indent="0" algn="l" defTabSz="2665413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</a:p>
        </p:txBody>
      </p:sp>
      <p:pic>
        <p:nvPicPr>
          <p:cNvPr id="127" name="Picture 19"/>
          <p:cNvPicPr>
            <a:picLocks noChangeAspect="1"/>
          </p:cNvPicPr>
          <p:nvPr/>
        </p:nvPicPr>
        <p:blipFill>
          <a:blip r:embed="R25f50d1c3e5c4dee"/>
          <a:stretch>
            <a:fillRect l="0" t="0" r="0" b="0"/>
          </a:stretch>
        </p:blipFill>
        <p:spPr>
          <a:xfrm>
            <a:off x="36419038" y="29678799"/>
            <a:ext cx="2810933" cy="2294467"/>
          </a:xfrm>
          <a:prstGeom prst="rect">
            <a:avLst/>
          </a:prstGeom>
        </p:spPr>
      </p:pic>
      <p:sp>
        <p:nvSpPr>
          <p:cNvPr id="21" name="Graphic 18">
            <a:extLst>
              <a:ext uri="{FF2B5EF4-FFF2-40B4-BE49-F238E27FC236}">
                <ns2:creationId id="{DF6CD646-5E36-42FB-96E3-FEB08C25F063}"/>
              </a:ext>
            </a:extLst>
          </p:cNvPr>
          <p:cNvSpPr>
            <a:spLocks noGrp="1"/>
          </p:cNvSpPr>
          <p:nvPr/>
        </p:nvSpPr>
        <p:spPr>
          <a:xfrm rot="0" flipH="0" flipV="0">
            <a:off x="561452" y="7489285"/>
            <a:ext cx="320382" cy="297952"/>
          </a:xfrm>
          <a:custGeom>
            <a:gdLst>
              <a:gd name="connsiteX0" fmla="*/ 310594 w 327663"/>
              <a:gd name="connsiteY0" fmla="*/ 219906 h 335196"/>
              <a:gd name="connsiteX1" fmla="*/ 246568 w 327663"/>
              <a:gd name="connsiteY1" fmla="*/ 176217 h 335196"/>
              <a:gd name="connsiteX2" fmla="*/ 212295 w 327663"/>
              <a:gd name="connsiteY2" fmla="*/ 176217 h 335196"/>
              <a:gd name="connsiteX3" fmla="*/ 165217 w 327663"/>
              <a:gd name="connsiteY3" fmla="*/ 189022 h 335196"/>
              <a:gd name="connsiteX4" fmla="*/ 118138 w 327663"/>
              <a:gd name="connsiteY4" fmla="*/ 176217 h 335196"/>
              <a:gd name="connsiteX5" fmla="*/ 83866 w 327663"/>
              <a:gd name="connsiteY5" fmla="*/ 176217 h 335196"/>
              <a:gd name="connsiteX6" fmla="*/ 19839 w 327663"/>
              <a:gd name="connsiteY6" fmla="*/ 219906 h 335196"/>
              <a:gd name="connsiteX7" fmla="*/ 1385 w 327663"/>
              <a:gd name="connsiteY7" fmla="*/ 299750 h 335196"/>
              <a:gd name="connsiteX8" fmla="*/ 165970 w 327663"/>
              <a:gd name="connsiteY8" fmla="*/ 335529 h 335196"/>
              <a:gd name="connsiteX9" fmla="*/ 329802 w 327663"/>
              <a:gd name="connsiteY9" fmla="*/ 299750 h 335196"/>
              <a:gd name="connsiteX10" fmla="*/ 310594 w 327663"/>
              <a:gd name="connsiteY10" fmla="*/ 219906 h 335196"/>
              <a:gd name="connsiteX11" fmla="*/ 165593 w 327663"/>
              <a:gd name="connsiteY11" fmla="*/ 154749 h 335196"/>
              <a:gd name="connsiteX12" fmla="*/ 242425 w 327663"/>
              <a:gd name="connsiteY12" fmla="*/ 77918 h 335196"/>
              <a:gd name="connsiteX13" fmla="*/ 165593 w 327663"/>
              <a:gd name="connsiteY13" fmla="*/ 1086 h 335196"/>
              <a:gd name="connsiteX14" fmla="*/ 88762 w 327663"/>
              <a:gd name="connsiteY14" fmla="*/ 77918 h 335196"/>
              <a:gd name="connsiteX15" fmla="*/ 165593 w 327663"/>
              <a:gd name="connsiteY15" fmla="*/ 154749 h 335196"/>
            </a:gdLst>
            <a:rect l="l" t="t" r="r" b="b"/>
            <a:pathLst>
              <a:path w="327663" h="335196">
                <a:moveTo>
                  <a:pt x="310594" y="219906"/>
                </a:moveTo>
                <a:cubicBezTo>
                  <a:pt x="287243" y="179983"/>
                  <a:pt x="246568" y="176217"/>
                  <a:pt x="246568" y="176217"/>
                </a:cubicBezTo>
                <a:lnTo>
                  <a:pt x="212295" y="176217"/>
                </a:lnTo>
                <a:cubicBezTo>
                  <a:pt x="198360" y="184126"/>
                  <a:pt x="182541" y="189022"/>
                  <a:pt x="165217" y="189022"/>
                </a:cubicBezTo>
                <a:cubicBezTo>
                  <a:pt x="147892" y="189022"/>
                  <a:pt x="132074" y="184503"/>
                  <a:pt x="118138" y="176217"/>
                </a:cubicBezTo>
                <a:lnTo>
                  <a:pt x="83866" y="176217"/>
                </a:lnTo>
                <a:cubicBezTo>
                  <a:pt x="83866" y="176217"/>
                  <a:pt x="43190" y="179983"/>
                  <a:pt x="19839" y="219906"/>
                </a:cubicBezTo>
                <a:cubicBezTo>
                  <a:pt x="-2758" y="259828"/>
                  <a:pt x="1385" y="299750"/>
                  <a:pt x="1385" y="299750"/>
                </a:cubicBezTo>
                <a:cubicBezTo>
                  <a:pt x="1385" y="299750"/>
                  <a:pt x="37164" y="335529"/>
                  <a:pt x="165970" y="335529"/>
                </a:cubicBezTo>
                <a:cubicBezTo>
                  <a:pt x="294776" y="335529"/>
                  <a:pt x="329802" y="299750"/>
                  <a:pt x="329802" y="299750"/>
                </a:cubicBezTo>
                <a:cubicBezTo>
                  <a:pt x="329802" y="299750"/>
                  <a:pt x="333945" y="259828"/>
                  <a:pt x="310594" y="219906"/>
                </a:cubicBezTo>
                <a:close/>
                <a:moveTo>
                  <a:pt x="165593" y="154749"/>
                </a:moveTo>
                <a:cubicBezTo>
                  <a:pt x="208152" y="154749"/>
                  <a:pt x="242425" y="120477"/>
                  <a:pt x="242425" y="77918"/>
                </a:cubicBezTo>
                <a:cubicBezTo>
                  <a:pt x="242425" y="35359"/>
                  <a:pt x="208152" y="1086"/>
                  <a:pt x="165593" y="1086"/>
                </a:cubicBezTo>
                <a:cubicBezTo>
                  <a:pt x="123035" y="1086"/>
                  <a:pt x="88762" y="35736"/>
                  <a:pt x="88762" y="77918"/>
                </a:cubicBezTo>
                <a:cubicBezTo>
                  <a:pt x="88762" y="120477"/>
                  <a:pt x="123035" y="154749"/>
                  <a:pt x="165593" y="154749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3663">
            <a:noFill/>
            <a:prstDash val="solid"/>
          </a:ln>
        </p:spPr>
        <p:txBody>
          <a:bodyPr anchor="ctr"/>
          <a:lstStyle/>
          <a:p/>
        </p:txBody>
      </p:sp>
      <p:sp>
        <p:nvSpPr>
          <p:cNvPr id="24" name="Graphic 18">
            <a:extLst>
              <a:ext uri="{FF2B5EF4-FFF2-40B4-BE49-F238E27FC236}">
                <ns2:creationId id="{1726A8DA-9186-4C79-926E-2D1215AE14D2}"/>
              </a:ext>
            </a:extLst>
          </p:cNvPr>
          <p:cNvSpPr>
            <a:spLocks noGrp="1"/>
          </p:cNvSpPr>
          <p:nvPr/>
        </p:nvSpPr>
        <p:spPr>
          <a:xfrm>
            <a:off x="36419038" y="26632748"/>
            <a:ext cx="320382" cy="297952"/>
          </a:xfrm>
          <a:custGeom>
            <a:gdLst>
              <a:gd name="connsiteX0" fmla="*/ 310594 w 327663"/>
              <a:gd name="connsiteY0" fmla="*/ 219906 h 335196"/>
              <a:gd name="connsiteX1" fmla="*/ 246568 w 327663"/>
              <a:gd name="connsiteY1" fmla="*/ 176217 h 335196"/>
              <a:gd name="connsiteX2" fmla="*/ 212295 w 327663"/>
              <a:gd name="connsiteY2" fmla="*/ 176217 h 335196"/>
              <a:gd name="connsiteX3" fmla="*/ 165217 w 327663"/>
              <a:gd name="connsiteY3" fmla="*/ 189022 h 335196"/>
              <a:gd name="connsiteX4" fmla="*/ 118138 w 327663"/>
              <a:gd name="connsiteY4" fmla="*/ 176217 h 335196"/>
              <a:gd name="connsiteX5" fmla="*/ 83866 w 327663"/>
              <a:gd name="connsiteY5" fmla="*/ 176217 h 335196"/>
              <a:gd name="connsiteX6" fmla="*/ 19839 w 327663"/>
              <a:gd name="connsiteY6" fmla="*/ 219906 h 335196"/>
              <a:gd name="connsiteX7" fmla="*/ 1385 w 327663"/>
              <a:gd name="connsiteY7" fmla="*/ 299750 h 335196"/>
              <a:gd name="connsiteX8" fmla="*/ 165970 w 327663"/>
              <a:gd name="connsiteY8" fmla="*/ 335529 h 335196"/>
              <a:gd name="connsiteX9" fmla="*/ 329802 w 327663"/>
              <a:gd name="connsiteY9" fmla="*/ 299750 h 335196"/>
              <a:gd name="connsiteX10" fmla="*/ 310594 w 327663"/>
              <a:gd name="connsiteY10" fmla="*/ 219906 h 335196"/>
              <a:gd name="connsiteX11" fmla="*/ 165593 w 327663"/>
              <a:gd name="connsiteY11" fmla="*/ 154749 h 335196"/>
              <a:gd name="connsiteX12" fmla="*/ 242425 w 327663"/>
              <a:gd name="connsiteY12" fmla="*/ 77918 h 335196"/>
              <a:gd name="connsiteX13" fmla="*/ 165593 w 327663"/>
              <a:gd name="connsiteY13" fmla="*/ 1086 h 335196"/>
              <a:gd name="connsiteX14" fmla="*/ 88762 w 327663"/>
              <a:gd name="connsiteY14" fmla="*/ 77918 h 335196"/>
              <a:gd name="connsiteX15" fmla="*/ 165593 w 327663"/>
              <a:gd name="connsiteY15" fmla="*/ 154749 h 335196"/>
            </a:gdLst>
            <a:rect l="l" t="t" r="r" b="b"/>
            <a:pathLst>
              <a:path w="327663" h="335196">
                <a:moveTo>
                  <a:pt x="310594" y="219906"/>
                </a:moveTo>
                <a:cubicBezTo>
                  <a:pt x="287243" y="179983"/>
                  <a:pt x="246568" y="176217"/>
                  <a:pt x="246568" y="176217"/>
                </a:cubicBezTo>
                <a:lnTo>
                  <a:pt x="212295" y="176217"/>
                </a:lnTo>
                <a:cubicBezTo>
                  <a:pt x="198360" y="184126"/>
                  <a:pt x="182541" y="189022"/>
                  <a:pt x="165217" y="189022"/>
                </a:cubicBezTo>
                <a:cubicBezTo>
                  <a:pt x="147892" y="189022"/>
                  <a:pt x="132074" y="184503"/>
                  <a:pt x="118138" y="176217"/>
                </a:cubicBezTo>
                <a:lnTo>
                  <a:pt x="83866" y="176217"/>
                </a:lnTo>
                <a:cubicBezTo>
                  <a:pt x="83866" y="176217"/>
                  <a:pt x="43190" y="179983"/>
                  <a:pt x="19839" y="219906"/>
                </a:cubicBezTo>
                <a:cubicBezTo>
                  <a:pt x="-2758" y="259828"/>
                  <a:pt x="1385" y="299750"/>
                  <a:pt x="1385" y="299750"/>
                </a:cubicBezTo>
                <a:cubicBezTo>
                  <a:pt x="1385" y="299750"/>
                  <a:pt x="37164" y="335529"/>
                  <a:pt x="165970" y="335529"/>
                </a:cubicBezTo>
                <a:cubicBezTo>
                  <a:pt x="294776" y="335529"/>
                  <a:pt x="329802" y="299750"/>
                  <a:pt x="329802" y="299750"/>
                </a:cubicBezTo>
                <a:cubicBezTo>
                  <a:pt x="329802" y="299750"/>
                  <a:pt x="333945" y="259828"/>
                  <a:pt x="310594" y="219906"/>
                </a:cubicBezTo>
                <a:close/>
                <a:moveTo>
                  <a:pt x="165593" y="154749"/>
                </a:moveTo>
                <a:cubicBezTo>
                  <a:pt x="208152" y="154749"/>
                  <a:pt x="242425" y="120477"/>
                  <a:pt x="242425" y="77918"/>
                </a:cubicBezTo>
                <a:cubicBezTo>
                  <a:pt x="242425" y="35359"/>
                  <a:pt x="208152" y="1086"/>
                  <a:pt x="165593" y="1086"/>
                </a:cubicBezTo>
                <a:cubicBezTo>
                  <a:pt x="123035" y="1086"/>
                  <a:pt x="88762" y="35736"/>
                  <a:pt x="88762" y="77918"/>
                </a:cubicBezTo>
                <a:cubicBezTo>
                  <a:pt x="88762" y="120477"/>
                  <a:pt x="123035" y="154749"/>
                  <a:pt x="165593" y="154749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3663">
            <a:noFill/>
            <a:prstDash val="solid"/>
          </a:ln>
        </p:spPr>
        <p:txBody>
          <a:bodyPr anchor="ctr"/>
          <a:lstStyle/>
          <a:p/>
        </p:txBody>
      </p:sp>
      <p:pic>
        <p:nvPicPr>
          <p:cNvPr id="130" name="Imagem 2"/>
          <p:cNvPicPr>
            <a:picLocks noChangeAspect="1"/>
          </p:cNvPicPr>
          <p:nvPr/>
        </p:nvPicPr>
        <p:blipFill>
          <a:blip r:embed="R9a03a2d3afeb441c"/>
          <a:srcRect l="0" t="0" r="0" b="0"/>
          <a:stretch/>
        </p:blipFill>
        <p:spPr>
          <a:xfrm>
            <a:off x="40237780" y="28882425"/>
            <a:ext cx="3330899" cy="3731175"/>
          </a:xfrm>
          <a:prstGeom prst="rect">
            <a:avLst/>
          </a:prstGeom>
        </p:spPr>
      </p:pic>
      <p:pic>
        <p:nvPicPr>
          <p:cNvPr id="131" name="Imagem 15"/>
          <p:cNvPicPr>
            <a:picLocks noChangeAspect="1"/>
          </p:cNvPicPr>
          <p:nvPr/>
        </p:nvPicPr>
        <p:blipFill>
          <a:blip r:embed="R47bd4cdb33eb49cf"/>
          <a:srcRect l="0" t="41985" r="50251" b="34197"/>
          <a:stretch/>
        </p:blipFill>
        <p:spPr>
          <a:xfrm rot="0" flipH="1" flipV="0">
            <a:off x="17720847" y="1"/>
            <a:ext cx="17829495" cy="4696690"/>
          </a:xfrm>
          <a:prstGeom prst="rect">
            <a:avLst/>
          </a:prstGeom>
        </p:spPr>
      </p:pic>
      <p:pic>
        <p:nvPicPr>
          <p:cNvPr id="132" name="Imagem 25"/>
          <p:cNvPicPr>
            <a:picLocks noChangeAspect="1"/>
          </p:cNvPicPr>
          <p:nvPr/>
        </p:nvPicPr>
        <p:blipFill>
          <a:blip r:embed="R47bd4cdb33eb49cf"/>
          <a:srcRect l="0" t="0" r="0" b="0"/>
          <a:stretch/>
        </p:blipFill>
        <p:spPr>
          <a:xfrm rot="0" flipH="0" flipV="0">
            <a:off x="35372905" y="1"/>
            <a:ext cx="8518294" cy="4696690"/>
          </a:xfrm>
          <a:prstGeom prst="rect">
            <a:avLst/>
          </a:prstGeom>
        </p:spPr>
      </p:pic>
      <p:pic>
        <p:nvPicPr>
          <p:cNvPr id="133" name="Imagem 26"/>
          <p:cNvPicPr>
            <a:picLocks noChangeAspect="1"/>
          </p:cNvPicPr>
          <p:nvPr/>
        </p:nvPicPr>
        <p:blipFill>
          <a:blip r:embed="R47bd4cdb33eb49cf"/>
          <a:srcRect l="0" t="41985" r="50251" b="34197"/>
          <a:stretch/>
        </p:blipFill>
        <p:spPr>
          <a:xfrm rot="10800000" flipH="1" flipV="0">
            <a:off x="0" y="1"/>
            <a:ext cx="17829495" cy="4696690"/>
          </a:xfrm>
          <a:prstGeom prst="rect">
            <a:avLst/>
          </a:prstGeom>
        </p:spPr>
      </p:pic>
      <p:pic>
        <p:nvPicPr>
          <p:cNvPr id="134" name="Imagem 8"/>
          <p:cNvPicPr>
            <a:picLocks noChangeAspect="1"/>
          </p:cNvPicPr>
          <p:nvPr/>
        </p:nvPicPr>
        <p:blipFill>
          <a:blip r:embed="R837c7528521d42f5"/>
          <a:stretch>
            <a:fillRect l="0" t="0" r="0" b="0"/>
          </a:stretch>
        </p:blipFill>
        <p:spPr>
          <a:xfrm rot="0" flipH="0" flipV="0">
            <a:off x="1104807" y="998069"/>
            <a:ext cx="12847803" cy="2658990"/>
          </a:xfrm>
          <a:prstGeom prst="rect">
            <a:avLst/>
          </a:prstGeom>
        </p:spPr>
      </p:pic>
      <p:pic>
        <p:nvPicPr>
          <p:cNvPr id="135" name="Imagem 14"/>
          <p:cNvPicPr>
            <a:picLocks noChangeAspect="1"/>
          </p:cNvPicPr>
          <p:nvPr/>
        </p:nvPicPr>
        <p:blipFill>
          <a:blip r:embed="R161f7d53ecff4105"/>
          <a:srcRect l="0" t="21190" r="0" b="0"/>
          <a:stretch>
            <a:fillRect l="0" t="0" r="0" b="0"/>
          </a:stretch>
        </p:blipFill>
        <p:spPr>
          <a:xfrm rot="0" flipH="0" flipV="0">
            <a:off x="16751300" y="1901593"/>
            <a:ext cx="23686714" cy="1755466"/>
          </a:xfrm>
          <a:prstGeom prst="rect">
            <a:avLst/>
          </a:prstGeom>
        </p:spPr>
      </p:pic>
      <p:pic>
        <p:nvPicPr>
          <p:cNvPr id="136" name="Imagem 30"/>
          <p:cNvPicPr>
            <a:picLocks noChangeAspect="1"/>
          </p:cNvPicPr>
          <p:nvPr/>
        </p:nvPicPr>
        <p:blipFill>
          <a:blip r:embed="R47bd4cdb33eb49cf"/>
          <a:srcRect l="0" t="41985" r="50251" b="34197"/>
          <a:stretch/>
        </p:blipFill>
        <p:spPr>
          <a:xfrm rot="0" flipH="1" flipV="0">
            <a:off x="17873247" y="152401"/>
            <a:ext cx="17829495" cy="4696690"/>
          </a:xfrm>
          <a:prstGeom prst="rect">
            <a:avLst/>
          </a:prstGeom>
        </p:spPr>
      </p:pic>
      <p:pic>
        <p:nvPicPr>
          <p:cNvPr id="137" name="Imagem 31"/>
          <p:cNvPicPr>
            <a:picLocks noChangeAspect="1"/>
          </p:cNvPicPr>
          <p:nvPr/>
        </p:nvPicPr>
        <p:blipFill>
          <a:blip r:embed="R47bd4cdb33eb49cf"/>
          <a:srcRect l="0" t="0" r="0" b="0"/>
          <a:stretch/>
        </p:blipFill>
        <p:spPr>
          <a:xfrm rot="0" flipH="0" flipV="0">
            <a:off x="35525305" y="152401"/>
            <a:ext cx="8518294" cy="4696690"/>
          </a:xfrm>
          <a:prstGeom prst="rect">
            <a:avLst/>
          </a:prstGeom>
        </p:spPr>
      </p:pic>
      <p:pic>
        <p:nvPicPr>
          <p:cNvPr id="138" name="Imagem 32"/>
          <p:cNvPicPr>
            <a:picLocks noChangeAspect="1"/>
          </p:cNvPicPr>
          <p:nvPr/>
        </p:nvPicPr>
        <p:blipFill>
          <a:blip r:embed="R47bd4cdb33eb49cf"/>
          <a:srcRect l="0" t="41985" r="50251" b="34197"/>
          <a:stretch/>
        </p:blipFill>
        <p:spPr>
          <a:xfrm rot="10800000" flipH="1" flipV="0">
            <a:off x="152400" y="152401"/>
            <a:ext cx="17829495" cy="4696690"/>
          </a:xfrm>
          <a:prstGeom prst="rect">
            <a:avLst/>
          </a:prstGeom>
        </p:spPr>
      </p:pic>
      <p:pic>
        <p:nvPicPr>
          <p:cNvPr id="139" name="Imagem 28"/>
          <p:cNvPicPr>
            <a:picLocks noChangeAspect="1"/>
          </p:cNvPicPr>
          <p:nvPr/>
        </p:nvPicPr>
        <p:blipFill>
          <a:blip r:embed="R837c7528521d42f5"/>
          <a:stretch>
            <a:fillRect l="0" t="0" r="0" b="0"/>
          </a:stretch>
        </p:blipFill>
        <p:spPr>
          <a:xfrm rot="0" flipH="0" flipV="0">
            <a:off x="1257207" y="1150469"/>
            <a:ext cx="12847803" cy="2658990"/>
          </a:xfrm>
          <a:prstGeom prst="rect">
            <a:avLst/>
          </a:prstGeom>
        </p:spPr>
      </p:pic>
      <p:pic>
        <p:nvPicPr>
          <p:cNvPr id="140" name="Imagem 34"/>
          <p:cNvPicPr>
            <a:picLocks noChangeAspect="1"/>
          </p:cNvPicPr>
          <p:nvPr/>
        </p:nvPicPr>
        <p:blipFill>
          <a:blip r:embed="R59a633428939412e"/>
          <a:stretch>
            <a:fillRect l="0" t="0" r="0" b="0"/>
          </a:stretch>
        </p:blipFill>
        <p:spPr>
          <a:xfrm>
            <a:off x="16751301" y="1892510"/>
            <a:ext cx="24396700" cy="1536490"/>
          </a:xfrm>
          <a:prstGeom prst="rect">
            <a:avLst/>
          </a:prstGeom>
        </p:spPr>
      </p:pic>
      <p:sp>
        <p:nvSpPr>
          <p:cNvPr id="39" name="poster-title">
            <a:extLst>
              <a:ext uri="{FF2B5EF4-FFF2-40B4-BE49-F238E27FC236}">
                <ns2:creationId id="{DD16D0E4-4F60-4FC0-B876-21F32411E942}"/>
              </a:ext>
            </a:extLst>
          </p:cNvPr>
          <p:cNvSpPr>
            <a:spLocks noGrp="1"/>
          </p:cNvSpPr>
          <p:nvPr/>
        </p:nvSpPr>
        <p:spPr>
          <a:xfrm>
            <a:off x="552450" y="5619750"/>
            <a:ext cx="70675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sz="2700" b="1" i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Asthma in Brazil, 2013-2019</a:t>
            </a:r>
            <a:endParaRPr/>
          </a:p>
          <a:p>
            <a:r>
              <a:rPr sz="2700" b="1" i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PNS sampling design and reproducible indicators</a:t>
            </a:r>
            <a:endParaRPr/>
          </a:p>
        </p:txBody>
      </p:sp>
      <p:sp>
        <p:nvSpPr>
          <p:cNvPr id="40" name="poster-presenter">
            <a:extLst>
              <a:ext uri="{FF2B5EF4-FFF2-40B4-BE49-F238E27FC236}">
                <ns2:creationId id="{0F5D8B28-13B9-47D5-9A43-2E279A4B9987}"/>
              </a:ext>
            </a:extLst>
          </p:cNvPr>
          <p:cNvSpPr>
            <a:spLocks noGrp="1"/>
          </p:cNvSpPr>
          <p:nvPr/>
        </p:nvSpPr>
        <p:spPr>
          <a:xfrm>
            <a:off x="942975" y="7334250"/>
            <a:ext cx="7048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 i="0">
                <a:solidFill>
                  <a:srgbClr val="5A5A5A"/>
                </a:solidFill>
              </a:defRPr>
            </a:pPr>
            <a:r>
              <a:rPr sz="1875" b="0" i="0">
                <a:solidFill>
                  <a:srgbClr val="5A5A5A"/>
                </a:solidFill>
                <a:latin typeface="Arial"/>
                <a:ea typeface="Arial"/>
                <a:cs typeface="Arial"/>
              </a:rPr>
              <a:t>PRESENTER: I. Dube; M. E. L. Silva</a:t>
            </a:r>
          </a:p>
        </p:txBody>
      </p:sp>
      <p:sp>
        <p:nvSpPr>
          <p:cNvPr id="43" name="poster-authors">
            <a:extLst>
              <a:ext uri="{FF2B5EF4-FFF2-40B4-BE49-F238E27FC236}">
                <ns2:creationId id="{7CE64CB1-A695-414D-A5AE-FD95A44745D0}"/>
              </a:ext>
            </a:extLst>
          </p:cNvPr>
          <p:cNvSpPr>
            <a:spLocks noGrp="1"/>
          </p:cNvSpPr>
          <p:nvPr/>
        </p:nvSpPr>
        <p:spPr>
          <a:xfrm>
            <a:off x="36852225" y="26450925"/>
            <a:ext cx="66675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100" b="0" i="0">
                <a:solidFill>
                  <a:srgbClr val="111111"/>
                </a:solidFill>
              </a:defRPr>
            </a:pPr>
            <a:r>
              <a:rPr sz="210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I. Dube; M. E. L. Silva</a:t>
            </a:r>
          </a:p>
          <a:p>
            <a:pPr algn="l">
              <a:buNone/>
              <a:defRPr sz="2100" b="0" i="0">
                <a:solidFill>
                  <a:srgbClr val="111111"/>
                </a:solidFill>
              </a:defRPr>
            </a:pPr>
            <a:r>
              <a:rPr sz="210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PNS 2013-2019 | Brazil</a:t>
            </a:r>
          </a:p>
        </p:txBody>
      </p:sp>
      <p:sp>
        <p:nvSpPr>
          <p:cNvPr id="44" name="github-qr-placeholder">
            <a:extLst>
              <a:ext uri="{FF2B5EF4-FFF2-40B4-BE49-F238E27FC236}">
                <ns2:creationId id="{3C2FDF1F-3204-4C2D-8B6F-9BC5448D7D93}"/>
              </a:ext>
            </a:extLst>
          </p:cNvPr>
          <p:cNvSpPr>
            <a:spLocks noGrp="1"/>
          </p:cNvSpPr>
          <p:nvPr/>
        </p:nvSpPr>
        <p:spPr>
          <a:xfrm>
            <a:off x="12049125" y="24574500"/>
            <a:ext cx="4572000" cy="4572000"/>
          </a:xfrm>
          <a:prstGeom prst="rect">
            <a:avLst/>
          </a:prstGeom>
          <a:solidFill>
            <a:srgbClr val="FFFFFF"/>
          </a:solidFill>
          <a:ln w="57150">
            <a:solidFill>
              <a:srgbClr val="B9D9EB"/>
            </a:solidFill>
            <a:prstDash val="solid"/>
          </a:ln>
        </p:spPr>
      </p:sp>
      <p:sp>
        <p:nvSpPr>
          <p:cNvPr id="45" name="github-qr-placeholder-label">
            <a:extLst>
              <a:ext uri="{FF2B5EF4-FFF2-40B4-BE49-F238E27FC236}">
                <ns2:creationId id="{FAE6DF9F-2CFD-4F30-AC54-DF4142910DF0}"/>
              </a:ext>
            </a:extLst>
          </p:cNvPr>
          <p:cNvSpPr>
            <a:spLocks noGrp="1"/>
          </p:cNvSpPr>
          <p:nvPr/>
        </p:nvSpPr>
        <p:spPr>
          <a:xfrm>
            <a:off x="12334875" y="26098500"/>
            <a:ext cx="4000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sz="2325" b="1" i="0">
                <a:solidFill>
                  <a:srgbClr val="20425A"/>
                </a:solidFill>
                <a:latin typeface="Arial"/>
                <a:ea typeface="Arial"/>
                <a:cs typeface="Arial"/>
              </a:rPr>
              <a:t>QR Code</a:t>
            </a:r>
            <a:endParaRPr/>
          </a:p>
          <a:p>
            <a:r>
              <a:rPr sz="2325" b="1" i="0">
                <a:solidFill>
                  <a:srgbClr val="20425A"/>
                </a:solidFill>
                <a:latin typeface="Arial"/>
                <a:ea typeface="Arial"/>
                <a:cs typeface="Arial"/>
              </a:rPr>
              <a:t>methodological report</a:t>
            </a:r>
            <a:endParaRPr/>
          </a:p>
        </p:txBody>
      </p:sp>
      <p:pic>
        <p:nvPicPr>
          <p:cNvPr id="146" name=""/>
          <p:cNvPicPr>
            <a:picLocks noChangeAspect="1"/>
          </p:cNvPicPr>
          <p:nvPr/>
        </p:nvPicPr>
        <p:blipFill>
          <a:blip r:embed="R0f2383c324ff4946"/>
          <a:stretch/>
        </p:blipFill>
        <p:spPr>
          <a:xfrm>
            <a:off x="9906000" y="13716000"/>
            <a:ext cx="10477500" cy="8096250"/>
          </a:xfrm>
          <a:prstGeom prst="rect">
            <a:avLst/>
          </a:prstGeom>
        </p:spPr>
      </p:pic>
      <p:pic>
        <p:nvPicPr>
          <p:cNvPr id="147" name=""/>
          <p:cNvPicPr>
            <a:picLocks noChangeAspect="1"/>
          </p:cNvPicPr>
          <p:nvPr/>
        </p:nvPicPr>
        <p:blipFill>
          <a:blip r:embed="R5b50d2b0086c487b"/>
          <a:stretch/>
        </p:blipFill>
        <p:spPr>
          <a:xfrm>
            <a:off x="23050500" y="13716000"/>
            <a:ext cx="10477500" cy="8096250"/>
          </a:xfrm>
          <a:prstGeom prst="rect">
            <a:avLst/>
          </a:prstGeom>
        </p:spPr>
      </p:pic>
      <p:pic>
        <p:nvPicPr>
          <p:cNvPr id="148" name=""/>
          <p:cNvPicPr>
            <a:picLocks noChangeAspect="1"/>
          </p:cNvPicPr>
          <p:nvPr/>
        </p:nvPicPr>
        <p:blipFill>
          <a:blip r:embed="Rfd3d3e68d53740fb"/>
          <a:stretch/>
        </p:blipFill>
        <p:spPr>
          <a:xfrm>
            <a:off x="9906000" y="13716000"/>
            <a:ext cx="10477500" cy="8096250"/>
          </a:xfrm>
          <a:prstGeom prst="rect">
            <a:avLst/>
          </a:prstGeom>
        </p:spPr>
      </p:pic>
      <p:pic>
        <p:nvPicPr>
          <p:cNvPr id="149" name=""/>
          <p:cNvPicPr>
            <a:picLocks noChangeAspect="1"/>
          </p:cNvPicPr>
          <p:nvPr/>
        </p:nvPicPr>
        <p:blipFill>
          <a:blip r:embed="R1e47abb8afa14a86"/>
          <a:stretch/>
        </p:blipFill>
        <p:spPr>
          <a:xfrm>
            <a:off x="23050500" y="13716000"/>
            <a:ext cx="10477500" cy="8096250"/>
          </a:xfrm>
          <a:prstGeom prst="rect">
            <a:avLst/>
          </a:prstGeom>
        </p:spPr>
      </p:pic>
      <p:sp>
        <p:nvSpPr>
          <p:cNvPr id="115" name="morrison-method-detail">
            <a:extLst>
              <a:ext uri="{FF2B5EF4-FFF2-40B4-BE49-F238E27FC236}">
                <ns2:creationId id="{92A54272-6325-4923-B0AB-8F8B5311000C}"/>
              </a:ext>
            </a:extLst>
          </p:cNvPr>
          <p:cNvSpPr>
            <a:spLocks noGrp="1"/>
          </p:cNvSpPr>
          <p:nvPr/>
        </p:nvSpPr>
        <p:spPr>
          <a:xfrm>
            <a:off x="495300" y="8667750"/>
            <a:ext cx="7239000" cy="5600000"/>
            <a:off y="8667750"/>
            <a:ext cy="61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sz="660" b="1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INTRO</a:t>
            </a:r>
            <a:endParaRPr/>
          </a:p>
          <a:p>
            <a:r>
              <a:rPr sz="66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Asthma combines chronic burden, attacks and sustained management.</a:t>
            </a:r>
            <a:endParaRPr/>
          </a:p>
          <a:p>
            <a:r>
              <a:rPr sz="66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PNS indicators support surveillance and public policy.</a:t>
            </a:r>
            <a:endParaRPr/>
          </a:p>
          <a:p>
            <a:r>
              <a:rPr sz="66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  <a:endParaRPr/>
          </a:p>
          <a:p>
            <a:r>
              <a:rPr sz="66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METHODS</a:t>
            </a:r>
            <a:endParaRPr/>
          </a:p>
          <a:p>
            <a:r>
              <a:rPr sz="66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PNS 2013/2019 selected-resident microdata.</a:t>
            </a:r>
            <a:endParaRPr/>
          </a:p>
          <a:p>
            <a:r>
              <a:rPr sz="66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Complex design: PSU, strata and weights via `pns_design()`.</a:t>
            </a:r>
            <a:endParaRPr/>
          </a:p>
          <a:p>
            <a:r>
              <a:rPr sz="66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Beta 95% CI: suited to proportions and small domains.</a:t>
            </a:r>
            <a:endParaRPr/>
          </a:p>
        </p:txBody>
      </p:sp>
      <p:sp>
        <p:nvSpPr>
          <p:cNvPr id="116" name="morrison-resource-detail">
            <a:extLst>
              <a:ext uri="{FF2B5EF4-FFF2-40B4-BE49-F238E27FC236}">
                <ns2:creationId id="{775396DD-3FB2-4986-88F5-BBE24386FCA1}"/>
              </a:ext>
            </a:extLst>
          </p:cNvPr>
          <p:cNvSpPr>
            <a:spLocks noGrp="1"/>
          </p:cNvSpPr>
          <p:nvPr/>
        </p:nvSpPr>
        <p:spPr>
          <a:xfrm>
            <a:off x="36223575" y="5686425"/>
            <a:ext cx="6905625" cy="1466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RESOURCES</a:t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QR: methodological report, reproducible code and figures.</a:t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Link: ingodube.github.io/PNS_2013_2019/metodologia.html</a:t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INTERPRETATION</a:t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Non-overlapping CIs support the national diagnosis increase.</a:t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Overlapping CIs limit conclusions for several states.</a:t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Stable attacks suggest disease management remains insufficient.</a:t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Smoking declined, but does not by itself explain the diagnosis increase.</a:t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OBSERVATIONAL DATA</a:t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The analytical workflow follows ETL logic.</a:t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OMOP/OHDSI informs standardization, interoperability and future comparison with health-care databases.</a:t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REFERENCES</a:t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[1] GAN 2022; [2] Souza-Júnior 2015; [3] Dube/Silva 2026; [4] Menezes 2015; [5] Santos 2018; [6] Brown 2001; [7] Korn 1998.</a:t>
            </a:r>
            <a:endParaRPr/>
          </a:p>
        </p:txBody>
      </p:sp>
      <p:pic>
        <p:nvPicPr>
          <p:cNvPr id="152" name=""/>
          <p:cNvPicPr>
            <a:picLocks noChangeAspect="1"/>
          </p:cNvPicPr>
          <p:nvPr/>
        </p:nvPicPr>
        <p:blipFill>
          <a:blip r:embed="R876f2124fa524b5b"/>
          <a:stretch/>
        </p:blipFill>
        <p:spPr>
          <a:xfrm>
            <a:off x="9906000" y="13716000"/>
            <a:ext cx="10477500" cy="8096250"/>
          </a:xfrm>
          <a:prstGeom prst="rect">
            <a:avLst/>
          </a:prstGeom>
        </p:spPr>
      </p:pic>
      <p:pic>
        <p:nvPicPr>
          <p:cNvPr id="153" name=""/>
          <p:cNvPicPr>
            <a:picLocks noChangeAspect="1"/>
          </p:cNvPicPr>
          <p:nvPr/>
        </p:nvPicPr>
        <p:blipFill>
          <a:blip r:embed="R69942654c14048d3"/>
          <a:stretch/>
        </p:blipFill>
        <p:spPr>
          <a:xfrm>
            <a:off x="23050500" y="13716000"/>
            <a:ext cx="10477500" cy="8096250"/>
          </a:xfrm>
          <a:prstGeom prst="rect">
            <a:avLst/>
          </a:prstGeom>
        </p:spPr>
      </p:pic>
      <p:sp>
        <p:nvSpPr>
          <p:cNvPr id="119" name="morrison-chart-note">
            <a:extLst>
              <a:ext uri="{FF2B5EF4-FFF2-40B4-BE49-F238E27FC236}">
                <ns2:creationId id="{E22CCC04-AB6E-4084-9CED-68338E5E286A}"/>
              </a:ext>
            </a:extLst>
          </p:cNvPr>
          <p:cNvSpPr>
            <a:spLocks noGrp="1"/>
          </p:cNvSpPr>
          <p:nvPr/>
        </p:nvSpPr>
        <p:spPr>
          <a:xfrm>
            <a:off x="9334500" y="22145625"/>
            <a:ext cx="247650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sz="2325" b="0" i="0">
                <a:solidFill>
                  <a:srgbClr val="B9D9EB"/>
                </a:solidFill>
                <a:latin typeface="Arial"/>
                <a:ea typeface="Arial"/>
                <a:cs typeface="Arial"/>
              </a:rPr>
              <a:t>Figures exported from the R code: horizontal state bars, 2013/2019 comparison, 95% CIs and original palette.</a:t>
            </a:r>
            <a:endParaRPr/>
          </a:p>
        </p:txBody>
      </p:sp>
      <p:sp>
        <p:nvSpPr>
          <p:cNvPr id="154" name="formula-box-morrison-en"/>
          <p:cNvSpPr txBox="1"/>
          <p:nvPr/>
        </p:nvSpPr>
        <p:spPr>
          <a:xfrm>
            <a:off x="495300" y="14550000"/>
            <a:ext cx="7239000" cy="1600000"/>
            <a:off x="495300" y="14950000"/>
            <a:ext cx="7239000" cy="2450000"/>
          </a:xfrm>
          <a:prstGeom prst="rect">
            <a:avLst/>
          </a:prstGeom>
          <a:solidFill>
            <a:srgbClr val="F8FBFD"/>
          </a:solidFill>
          <a:ln w="12700">
            <a:solidFill>
              <a:srgbClr val="1F4E79"/>
            </a:solidFill>
          </a:ln>
        </p:spPr>
        <p:txBody>
          <a:bodyPr wrap="square" lIns="76200" rIns="76200" tIns="76200" bIns="76200" anchor="ctr"/>
          <a:lstStyle/>
          <a:p>
            <a:pPr algn="ctr"/>
            <a:r>
              <a:rPr lang="pt-BR" sz="960" b="1">
                <a:latin typeface="Cambria Math"/>
              </a:rPr>
              <a:t>FORMULAS</a:t>
            </a:r>
            <a:endParaRPr/>
          </a:p>
          <a:p>
            <a:pPr algn="ctr"/>
            <a:r>
              <a:rPr lang="pt-BR" sz="960" b="0">
                <a:latin typeface="Cambria Math"/>
              </a:rPr>
              <a:t>p̂ = Σ wᵢyᵢ / Σ wᵢ</a:t>
            </a:r>
            <a:endParaRPr/>
          </a:p>
          <a:p>
            <a:pPr algn="ctr"/>
            <a:r>
              <a:rPr lang="pt-BR" sz="960" b="0">
                <a:latin typeface="Cambria Math"/>
              </a:rPr>
              <a:t>% = 100 × p̂</a:t>
            </a:r>
            <a:endParaRPr/>
          </a:p>
          <a:p>
            <a:pPr algn="ctr"/>
            <a:r>
              <a:rPr lang="pt-BR" sz="960" b="0">
                <a:latin typeface="Cambria Math"/>
              </a:rPr>
              <a:t>rate₁₀₀k = 100000 × p̂</a:t>
            </a:r>
            <a:endParaRPr/>
          </a:p>
        </p:txBody>
      </p:sp>
      <p:sp>
        <p:nvSpPr>
          <p:cNvPr id="155" name="results-box-morrison-en"/>
          <p:cNvSpPr txBox="1"/>
          <p:nvPr/>
        </p:nvSpPr>
        <p:spPr>
          <a:xfrm>
            <a:off x="495300" y="16450000"/>
            <a:ext cx="7239000" cy="4700000"/>
            <a:off x="495300" y="17650000"/>
            <a:ext cx="7239000" cy="3600000"/>
          </a:xfrm>
          <a:prstGeom prst="rect">
            <a:avLst/>
          </a:prstGeom>
          <a:solidFill>
            <a:srgbClr val="F8FBFD"/>
          </a:solidFill>
          <a:ln w="12700">
            <a:solidFill>
              <a:srgbClr val="1F4E79"/>
            </a:solidFill>
          </a:ln>
        </p:spPr>
        <p:txBody>
          <a:bodyPr wrap="square" lIns="76200" rIns="76200" tIns="76200" bIns="76200" anchor="ctr"/>
          <a:lstStyle/>
          <a:p>
            <a:r>
              <a:rPr lang="pt-BR" sz="740" b="1"/>
              <a:t>RESULTS</a:t>
            </a:r>
            <a:endParaRPr/>
          </a:p>
          <a:p>
            <a:r>
              <a:rPr lang="pt-BR" sz="740" b="0"/>
              <a:t>• Asthma: 4.41% -&gt; 5.40%.</a:t>
            </a:r>
            <a:endParaRPr/>
          </a:p>
          <a:p>
            <a:r>
              <a:rPr lang="pt-BR" sz="740" b="0"/>
              <a:t>• Attacks: 38.3% -&gt; 37.7%.</a:t>
            </a:r>
            <a:endParaRPr/>
          </a:p>
          <a:p>
            <a:r>
              <a:rPr lang="pt-BR" sz="740" b="0"/>
              <a:t>• Medication: 81.5% -&gt; 64.4%.</a:t>
            </a:r>
            <a:endParaRPr/>
          </a:p>
          <a:p>
            <a:r>
              <a:rPr lang="pt-BR" sz="740" b="0"/>
              <a:t>• 95% CIs guide year and state comparisons.</a:t>
            </a:r>
            <a:endParaRPr/>
          </a:p>
        </p:txBody>
      </p:sp>
    </p:spTree>
    <p:extLst>
      <p:ext uri="{BB962C8B-B14F-4D97-AF65-F5344CB8AC3E}">
        <ns4:creationId val="2440222578"/>
      </p:ext>
    </p:extLst>
  </p:cSld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Default Design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2026-07-21T12:19:15.9390000Z</dcterms:created>
  <dcterms:modified xsi:type="dcterms:W3CDTF">2026-07-21T12:19:15.9390000Z</dcterms:modified>
</coreProperties>
</file>