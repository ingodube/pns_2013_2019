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29663b8c1b40a3" /><Relationship Type="http://schemas.openxmlformats.org/officeDocument/2006/relationships/extended-properties" Target="/docProps/app.xml" Id="Ra42b1f0225274808" /><Relationship Type="http://schemas.openxmlformats.org/officeDocument/2006/relationships/officeDocument" Target="/ppt/presentation.xml" Id="R47d854fea7bd4a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bf02ef6205477d"/>
  </p:sldMasterIdLst>
  <p:notesMasterIdLst>
    <p:notesMasterId xmlns:r="http://schemas.openxmlformats.org/officeDocument/2006/relationships" r:id="R1ddee4aaa7e1468e"/>
  </p:notesMasterIdLst>
  <p:sldIdLst>
    <p:sldId xmlns:r="http://schemas.openxmlformats.org/officeDocument/2006/relationships" id="256" r:id="R88e3372e84c84244"/>
  </p:sldIdLst>
  <p:sldSz cx="43200638" cy="32399288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099f281bf4c454e" /><Relationship Type="http://schemas.openxmlformats.org/officeDocument/2006/relationships/slideMaster" Target="/ppt/slideMasters/slideMaster1.xml" Id="Rc3bf02ef6205477d" /><Relationship Type="http://schemas.openxmlformats.org/officeDocument/2006/relationships/notesMaster" Target="/ppt/notesMasters/notesMaster1.xml" Id="R1ddee4aaa7e1468e" /><Relationship Type="http://schemas.openxmlformats.org/officeDocument/2006/relationships/presProps" Target="/ppt/presProps.xml" Id="R66a1987f865d43ab" /><Relationship Type="http://schemas.openxmlformats.org/officeDocument/2006/relationships/viewProps" Target="/ppt/viewProps.xml" Id="Re3aca83de4024e02" /><Relationship Type="http://schemas.openxmlformats.org/officeDocument/2006/relationships/tableStyles" Target="/ppt/tableStyles.xml" Id="Ra66d836861164faa" /><Relationship Type="http://schemas.openxmlformats.org/officeDocument/2006/relationships/slide" Target="/ppt/slides/slide1.xml" Id="R88e3372e84c8424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09f6ad9869f4e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f1e7d8c60be4112" /><Relationship Type="http://schemas.openxmlformats.org/officeDocument/2006/relationships/notesMaster" Target="/ppt/notesMasters/notesMaster1.xml" Id="Rb672843339dc49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44dfb9048646d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465191c99746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bc21d0b01c41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ac8f3e7018400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a6fd8fda7ea479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5475c2a10e4d1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784eb046104f2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8e77dc0f04a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9e2deaa1d549b4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13e5fdafe9e4dc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91785cd7444fc" /></Relationships>
</file>

<file path=ppt/slideLayouts/slideLayout1.xml><?xml version="1.0" encoding="utf-8"?>
<p:sldLayout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B608C7-7FE5-40FE-BFE3-77DFD054E56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40048" y="5302386"/>
            <a:ext cx="36720542" cy="11279752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1FA07AA-9B2B-481E-B9CA-52A3734341E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400080" y="17017128"/>
            <a:ext cx="32400479" cy="782232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1338"/>
            </a:lvl1pPr>
            <a:lvl2pPr marL="2159950" indent="0" algn="ctr">
              <a:buNone/>
              <a:defRPr sz="9449"/>
            </a:lvl2pPr>
            <a:lvl3pPr marL="4319900" indent="0" algn="ctr">
              <a:buNone/>
              <a:defRPr sz="8504"/>
            </a:lvl3pPr>
            <a:lvl4pPr marL="6479850" indent="0" algn="ctr">
              <a:buNone/>
              <a:defRPr sz="7559"/>
            </a:lvl4pPr>
            <a:lvl5pPr marL="8639800" indent="0" algn="ctr">
              <a:buNone/>
              <a:defRPr sz="7559"/>
            </a:lvl5pPr>
            <a:lvl6pPr marL="10799750" indent="0" algn="ctr">
              <a:buNone/>
              <a:defRPr sz="7559"/>
            </a:lvl6pPr>
            <a:lvl7pPr marL="12959700" indent="0" algn="ctr">
              <a:buNone/>
              <a:defRPr sz="7559"/>
            </a:lvl7pPr>
            <a:lvl8pPr marL="15119650" indent="0" algn="ctr">
              <a:buNone/>
              <a:defRPr sz="7559"/>
            </a:lvl8pPr>
            <a:lvl9pPr marL="17279600" indent="0" algn="ctr">
              <a:buNone/>
              <a:defRPr sz="7559"/>
            </a:lvl9pPr>
          </a:lstStyle>
          <a:p xmlns:a="http://schemas.openxmlformats.org/drawingml/2006/main">
            <a:r>
              <a:t>Clique para editar o estilo do subtítulo Mestre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25AF841-EDBA-4FF1-AE0D-08400438DD1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E03EF64-BD54-4AEC-8193-AE88023A2D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F3B068A-28DB-42AB-9941-DC4ACDF43BA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  <p:sp>
        <p:nvSpPr>
          <p:cNvPr id="9" name="Retângulo 8">
            <a:extLst xmlns:a="http://schemas.openxmlformats.org/drawingml/2006/main">
              <a:ext uri="{FF2B5EF4-FFF2-40B4-BE49-F238E27FC236}">
                <a16:creationId xmlns:a16="http://schemas.microsoft.com/office/drawing/2014/main" id="{9B614290-5D00-AF15-AB7B-44A2F006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0587" y="4554684"/>
            <a:ext cx="43221225" cy="2784460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FCA7AC6-ED7B-4055-A9E8-86B672DBE6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C214AF4-C02D-4B9E-8D74-5910F750BB5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AADAE8-5A04-4DB3-9021-4DB007C607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057400-1E24-4889-9DE8-AC585706ED4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9D7C76E-EFC4-444F-9E75-7EF421E9A8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B5F3D3-23C0-4FA0-94EF-7CAAE389AE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47546" y="8077332"/>
            <a:ext cx="37260550" cy="13477201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8346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9EC876F-8B19-48C6-9129-108ECFC74B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47546" y="21682033"/>
            <a:ext cx="37260550" cy="708734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1338">
                <a:solidFill>
                  <a:schemeClr val="tx1"/>
                </a:solidFill>
              </a:defRPr>
            </a:lvl1pPr>
            <a:lvl2pPr marL="2159950" indent="0">
              <a:buNone/>
              <a:defRPr sz="9449">
                <a:solidFill>
                  <a:schemeClr val="tx1">
                    <a:tint val="75000"/>
                  </a:schemeClr>
                </a:solidFill>
              </a:defRPr>
            </a:lvl2pPr>
            <a:lvl3pPr marL="4319900" indent="0">
              <a:buNone/>
              <a:defRPr sz="8504">
                <a:solidFill>
                  <a:schemeClr val="tx1">
                    <a:tint val="75000"/>
                  </a:schemeClr>
                </a:solidFill>
              </a:defRPr>
            </a:lvl3pPr>
            <a:lvl4pPr marL="64798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4pPr>
            <a:lvl5pPr marL="86398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5pPr>
            <a:lvl6pPr marL="107997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6pPr>
            <a:lvl7pPr marL="129597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7pPr>
            <a:lvl8pPr marL="1511965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8pPr>
            <a:lvl9pPr marL="17279600" indent="0">
              <a:buNone/>
              <a:defRPr sz="7559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0600332-4421-40E8-98E5-971F61F0CE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23D46F2-955A-4567-B1BC-99A4ECDDC5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52F7C2A-FA65-489B-99BB-219DA526F07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C7311B-A627-48F6-A217-B4C70DB7B5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0144BFB-5C5A-4A12-8984-1C1A7579E3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2970044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C113FC4-7ADD-4489-88BB-CDB91023CAD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1870323" y="8624810"/>
            <a:ext cx="18360271" cy="2055705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7F4CE83-B013-4222-A9B0-52C4C02C427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D21C581-51B6-4360-9667-D39F509B74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09B199D-D282-4232-A6F8-A0EC692C66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8137BF-1DBC-42F7-AD5F-1EDA8E5A1E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1724969"/>
            <a:ext cx="37260550" cy="62623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AFB671-282D-45C3-AEBB-F65F2CBED3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5675" y="7942328"/>
            <a:ext cx="18275892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0436D71-5DCF-40DA-9607-C53FE0E9C7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2975675" y="11834740"/>
            <a:ext cx="18275892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6218FDA-D5B3-4AE6-A15A-E6363FC44A4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870325" y="7942328"/>
            <a:ext cx="18365898" cy="38924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338" b="1"/>
            </a:lvl1pPr>
            <a:lvl2pPr marL="2159950" indent="0">
              <a:buNone/>
              <a:defRPr sz="9449" b="1"/>
            </a:lvl2pPr>
            <a:lvl3pPr marL="4319900" indent="0">
              <a:buNone/>
              <a:defRPr sz="8504" b="1"/>
            </a:lvl3pPr>
            <a:lvl4pPr marL="6479850" indent="0">
              <a:buNone/>
              <a:defRPr sz="7559" b="1"/>
            </a:lvl4pPr>
            <a:lvl5pPr marL="8639800" indent="0">
              <a:buNone/>
              <a:defRPr sz="7559" b="1"/>
            </a:lvl5pPr>
            <a:lvl6pPr marL="10799750" indent="0">
              <a:buNone/>
              <a:defRPr sz="7559" b="1"/>
            </a:lvl6pPr>
            <a:lvl7pPr marL="12959700" indent="0">
              <a:buNone/>
              <a:defRPr sz="7559" b="1"/>
            </a:lvl7pPr>
            <a:lvl8pPr marL="15119650" indent="0">
              <a:buNone/>
              <a:defRPr sz="7559" b="1"/>
            </a:lvl8pPr>
            <a:lvl9pPr marL="17279600" indent="0">
              <a:buNone/>
              <a:defRPr sz="7559" b="1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EF84086-2B0D-4CEC-AAC2-28BB27FEE68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21870325" y="11834740"/>
            <a:ext cx="18365898" cy="1740712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B83D61F-FB4E-41C0-A637-5F2B988E89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5959681-EC3E-415E-BAF1-825FF5C377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D74A784-2F16-4AEB-91DF-A8E74B77A0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578D8B-3EB0-4E88-8080-EAF1109830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E590DB9-EB4D-4A72-B476-3B5242C1D5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7CE50E0-E754-4874-854B-22DA0ED84F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AEF4F1D-951F-4D58-A97F-95EA3B13C6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705AA4E-E6C0-47CC-A7E1-781EE059883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4E4A610-9C46-49A4-98A6-C221459BDE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9D2B8EE-0A5C-49EC-9546-7F9B05D2E7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7DDD17-E1D6-454E-9444-0C3CC0D4EB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D95E676-56C1-4AFF-8B25-B6BDBAD589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118"/>
            </a:lvl1pPr>
            <a:lvl2pPr>
              <a:buNone/>
              <a:defRPr sz="13228"/>
            </a:lvl2pPr>
            <a:lvl3pPr>
              <a:buNone/>
              <a:defRPr sz="11338"/>
            </a:lvl3pPr>
            <a:lvl4pPr>
              <a:buNone/>
              <a:defRPr sz="9449"/>
            </a:lvl4pPr>
            <a:lvl5pPr>
              <a:buNone/>
              <a:defRPr sz="9449"/>
            </a:lvl5pPr>
            <a:lvl6pPr>
              <a:buNone/>
              <a:defRPr sz="9449"/>
            </a:lvl6pPr>
            <a:lvl7pPr>
              <a:buNone/>
              <a:defRPr sz="9449"/>
            </a:lvl7pPr>
            <a:lvl8pPr>
              <a:buNone/>
              <a:defRPr sz="9449"/>
            </a:lvl8pPr>
            <a:lvl9pPr>
              <a:buNone/>
              <a:defRPr sz="9449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B5B439E-8F00-44B8-B23B-E83D3FE8B3B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2CCA874-0688-4FD9-9A66-01FFD98F81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C9C15E7-B421-4767-9C4C-FA5A2F1446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145FA658-9BD2-4599-AAFF-29A902DE3B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3AA61DF-30F5-4A2F-B544-F7CC72D311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5671" y="2159952"/>
            <a:ext cx="13933330" cy="7559834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15118"/>
            </a:lvl1pPr>
          </a:lstStyle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72CD6B4-3CB5-4C4E-BDFC-51C6368D127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8365898" y="4664905"/>
            <a:ext cx="21870323" cy="23024494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15118"/>
            </a:lvl1pPr>
            <a:lvl2pPr marL="2159950" indent="0">
              <a:buNone/>
              <a:defRPr sz="13228"/>
            </a:lvl2pPr>
            <a:lvl3pPr marL="4319900" indent="0">
              <a:buNone/>
              <a:defRPr sz="11338"/>
            </a:lvl3pPr>
            <a:lvl4pPr marL="6479850" indent="0">
              <a:buNone/>
              <a:defRPr sz="9449"/>
            </a:lvl4pPr>
            <a:lvl5pPr marL="8639800" indent="0">
              <a:buNone/>
              <a:defRPr sz="9449"/>
            </a:lvl5pPr>
            <a:lvl6pPr marL="10799750" indent="0">
              <a:buNone/>
              <a:defRPr sz="9449"/>
            </a:lvl6pPr>
            <a:lvl7pPr marL="12959700" indent="0">
              <a:buNone/>
              <a:defRPr sz="9449"/>
            </a:lvl7pPr>
            <a:lvl8pPr marL="15119650" indent="0">
              <a:buNone/>
              <a:defRPr sz="9449"/>
            </a:lvl8pPr>
            <a:lvl9pPr marL="17279600" indent="0">
              <a:buNone/>
              <a:defRPr sz="9449"/>
            </a:lvl9pPr>
          </a:lstStyle>
          <a:p xmlns:a="http://schemas.openxmlformats.org/drawingml/2006/main">
            <a:r>
              <a:t>Clique no ícone para adicionar uma imagem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8AE0A72-7492-4824-9C51-3AA77B09F03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75671" y="9719786"/>
            <a:ext cx="13933330" cy="1800710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559"/>
            </a:lvl1pPr>
            <a:lvl2pPr marL="2159950" indent="0">
              <a:buNone/>
              <a:defRPr sz="6614"/>
            </a:lvl2pPr>
            <a:lvl3pPr marL="4319900" indent="0">
              <a:buNone/>
              <a:defRPr sz="5669"/>
            </a:lvl3pPr>
            <a:lvl4pPr marL="6479850" indent="0">
              <a:buNone/>
              <a:defRPr sz="4724"/>
            </a:lvl4pPr>
            <a:lvl5pPr marL="8639800" indent="0">
              <a:buNone/>
              <a:defRPr sz="4724"/>
            </a:lvl5pPr>
            <a:lvl6pPr marL="10799750" indent="0">
              <a:buNone/>
              <a:defRPr sz="4724"/>
            </a:lvl6pPr>
            <a:lvl7pPr marL="12959700" indent="0">
              <a:buNone/>
              <a:defRPr sz="4724"/>
            </a:lvl7pPr>
            <a:lvl8pPr marL="15119650" indent="0">
              <a:buNone/>
              <a:defRPr sz="4724"/>
            </a:lvl8pPr>
            <a:lvl9pPr marL="17279600" indent="0">
              <a:buNone/>
              <a:defRPr sz="4724"/>
            </a:lvl9pPr>
          </a:lstStyle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8A57C46-1049-47DE-8431-2B5BAC503C6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CE051C5-4AF6-4B32-ABDC-42CF22D662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1CB488E-ED51-4CBE-8AFE-61DC719A6E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99C79B-BD2A-4196-9FB8-DB354E16D5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EFD3BB1-7932-4A0B-BFAE-9A6D2E14EF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DC5ECB9-4EDF-45FA-A3EC-2962ECF6798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14D8A0B-E3B4-4C32-AC5D-CD625913253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1439D4-1E8F-4520-B4BF-ABA1B0BA72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A697261-5BF0-48A1-A0E0-E4B4EA4C59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915459" y="1724962"/>
            <a:ext cx="9315138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D976F2-0A72-4682-97B7-06375EA5EB4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6" y="1724962"/>
            <a:ext cx="27405405" cy="27456899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E33489-2A29-4B6C-A689-F4CECFC2AA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949FDB0-620F-4E53-8280-7880AABECA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79F3DB-812E-471F-AB36-E89A1611CC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788d32b2534676" /><Relationship Type="http://schemas.openxmlformats.org/officeDocument/2006/relationships/slideLayout" Target="/ppt/slideLayouts/slideLayout1.xml" Id="R1896b957488a4712" /><Relationship Type="http://schemas.openxmlformats.org/officeDocument/2006/relationships/slideLayout" Target="/ppt/slideLayouts/slideLayout2.xml" Id="Rdd41ce84e999497e" /><Relationship Type="http://schemas.openxmlformats.org/officeDocument/2006/relationships/slideLayout" Target="/ppt/slideLayouts/slideLayout3.xml" Id="Re2f87d1365234281" /><Relationship Type="http://schemas.openxmlformats.org/officeDocument/2006/relationships/slideLayout" Target="/ppt/slideLayouts/slideLayout4.xml" Id="Re8cbfc0adc0443f5" /><Relationship Type="http://schemas.openxmlformats.org/officeDocument/2006/relationships/slideLayout" Target="/ppt/slideLayouts/slideLayout5.xml" Id="R58b3be28bb7a47b7" /><Relationship Type="http://schemas.openxmlformats.org/officeDocument/2006/relationships/slideLayout" Target="/ppt/slideLayouts/slideLayout6.xml" Id="R22a8dad696a14c59" /><Relationship Type="http://schemas.openxmlformats.org/officeDocument/2006/relationships/slideLayout" Target="/ppt/slideLayouts/slideLayout7.xml" Id="R3b4302b8a2ff42c7" /><Relationship Type="http://schemas.openxmlformats.org/officeDocument/2006/relationships/slideLayout" Target="/ppt/slideLayouts/slideLayout8.xml" Id="R8bf541ba461345ad" /><Relationship Type="http://schemas.openxmlformats.org/officeDocument/2006/relationships/slideLayout" Target="/ppt/slideLayouts/slideLayout9.xml" Id="R8510e8e1c7d046ed" /><Relationship Type="http://schemas.openxmlformats.org/officeDocument/2006/relationships/slideLayout" Target="/ppt/slideLayouts/slideLayout10.xml" Id="R4ebbc99060934245" /><Relationship Type="http://schemas.openxmlformats.org/officeDocument/2006/relationships/slideLayout" Target="/ppt/slideLayouts/slideLayout11.xml" Id="R70f66519d0d2403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4A584D3-F0C5-469B-A956-A561EAA00E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70044" y="1724969"/>
            <a:ext cx="37260550" cy="626236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Clique para editar o título Mestre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A0E25F4-AAF8-4C3D-B42D-28CFE826CF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70044" y="8624810"/>
            <a:ext cx="37260550" cy="2055705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Clique para editar os estilos de texto Mestres</a:t>
            </a:r>
          </a:p>
          <a:p xmlns:a="http://schemas.openxmlformats.org/drawingml/2006/main">
            <a:pPr>
              <a:buNone/>
            </a:pPr>
            <a:r>
              <a:t>Segundo nível</a:t>
            </a:r>
          </a:p>
          <a:p xmlns:a="http://schemas.openxmlformats.org/drawingml/2006/main">
            <a:pPr>
              <a:buNone/>
            </a:pPr>
            <a:r>
              <a:t>Terceiro nível</a:t>
            </a:r>
          </a:p>
          <a:p xmlns:a="http://schemas.openxmlformats.org/drawingml/2006/main">
            <a:pPr>
              <a:buNone/>
            </a:pPr>
            <a:r>
              <a:t>Quarto nível</a:t>
            </a:r>
          </a:p>
          <a:p xmlns:a="http://schemas.openxmlformats.org/drawingml/2006/main">
            <a:pPr>
              <a:buNone/>
            </a:pPr>
            <a:r>
              <a:t>Quinto nível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C7FEEDB-FC2B-4DA2-AF58-9900385CEBF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2970044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0C26614-57AF-074D-8AD9-0394D3A3EFD8}" type="datetimeFigureOut">
              <a:t>14/07/2026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BC4401-100A-4D41-BF4C-AAA99F4B48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310212" y="30029347"/>
            <a:ext cx="14580215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2ABD15-1A8C-44DC-BD27-EBCD05AB7B4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30510450" y="30029347"/>
            <a:ext cx="9720144" cy="172496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5669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D1862CEE-FB07-9E4D-99E4-130DC746C819}" type="slidenum">
              <a:t>‹nº›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96b957488a4712"/>
    <p:sldLayoutId xmlns:r="http://schemas.openxmlformats.org/officeDocument/2006/relationships" id="2147483650" r:id="Rdd41ce84e999497e"/>
    <p:sldLayoutId xmlns:r="http://schemas.openxmlformats.org/officeDocument/2006/relationships" id="2147483651" r:id="Re2f87d1365234281"/>
    <p:sldLayoutId xmlns:r="http://schemas.openxmlformats.org/officeDocument/2006/relationships" id="2147483652" r:id="Re8cbfc0adc0443f5"/>
    <p:sldLayoutId xmlns:r="http://schemas.openxmlformats.org/officeDocument/2006/relationships" id="2147483653" r:id="R58b3be28bb7a47b7"/>
    <p:sldLayoutId xmlns:r="http://schemas.openxmlformats.org/officeDocument/2006/relationships" id="2147483654" r:id="R22a8dad696a14c59"/>
    <p:sldLayoutId xmlns:r="http://schemas.openxmlformats.org/officeDocument/2006/relationships" id="2147483655" r:id="R3b4302b8a2ff42c7"/>
    <p:sldLayoutId xmlns:r="http://schemas.openxmlformats.org/officeDocument/2006/relationships" id="2147483656" r:id="R8bf541ba461345ad"/>
    <p:sldLayoutId xmlns:r="http://schemas.openxmlformats.org/officeDocument/2006/relationships" id="2147483657" r:id="R8510e8e1c7d046ed"/>
    <p:sldLayoutId xmlns:r="http://schemas.openxmlformats.org/officeDocument/2006/relationships" id="2147483658" r:id="R4ebbc99060934245"/>
    <p:sldLayoutId xmlns:r="http://schemas.openxmlformats.org/officeDocument/2006/relationships" id="2147483659" r:id="R70f66519d0d24034"/>
  </p:sldLayoutIdLst>
  <p:txStyles>
    <p:titleStyle>
      <a:lvl1pPr xmlns:a="http://schemas.openxmlformats.org/drawingml/2006/main" algn="l" defTabSz="4319900">
        <a:lnSpc>
          <a:spcPct val="90000"/>
        </a:lnSpc>
        <a:spcBef>
          <a:spcPct val="0"/>
        </a:spcBef>
        <a:buNone/>
        <a:defRPr sz="2078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079975" indent="-1079975" algn="l" defTabSz="4319900">
        <a:lnSpc>
          <a:spcPct val="90000"/>
        </a:lnSpc>
        <a:spcBef>
          <a:spcPts val="4724"/>
        </a:spcBef>
        <a:buFont typeface="Arial"/>
        <a:buChar char="•"/>
        <a:defRPr sz="13228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32399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11338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3998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9449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5598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97197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18797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40396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619962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8359575" indent="-1079975" algn="l" defTabSz="4319900">
        <a:lnSpc>
          <a:spcPct val="90000"/>
        </a:lnSpc>
        <a:spcBef>
          <a:spcPts val="2362"/>
        </a:spcBef>
        <a:buFont typeface="Arial"/>
        <a:buChar char="•"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1599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43199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64798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86398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07997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29597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511965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17279600" algn="l" defTabSz="4319900">
        <a:buNone/>
        <a:defRPr sz="8504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1cfbc7a0241f0" /><Relationship Type="http://schemas.openxmlformats.org/officeDocument/2006/relationships/image" Target="/ppt/media/image.png" Id="R93936a15ffc5402c" /><Relationship Type="http://schemas.openxmlformats.org/officeDocument/2006/relationships/image" Target="/ppt/media/image2.png" Id="Raf7bddf60b12439a" /><Relationship Type="http://schemas.openxmlformats.org/officeDocument/2006/relationships/image" Target="/ppt/media/image3.png" Id="R0d457cff43d6479b" /><Relationship Type="http://schemas.openxmlformats.org/officeDocument/2006/relationships/image" Target="/ppt/media/image4.png" Id="R7380f614aae64e53" /><Relationship Type="http://schemas.openxmlformats.org/officeDocument/2006/relationships/image" Target="/ppt/media/image5.png" Id="R49cc8ec8088446a4" /><Relationship Type="http://schemas.openxmlformats.org/officeDocument/2006/relationships/image" Target="/ppt/media/image6.png" Id="R622f7f94b75d4fdf" /><Relationship Type="http://schemas.openxmlformats.org/officeDocument/2006/relationships/image" Target="/ppt/media/image7.png" Id="R9e95ad130edb487b" /><Relationship Type="http://schemas.openxmlformats.org/officeDocument/2006/relationships/notesSlide" Target="/ppt/notesSlides/notesSlide1.xml" Id="R9fe352d19c6a43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8" name="Imagem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36a15ffc5402c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0" flipH="1" flipV="0">
            <a:off x="17442037" y="1"/>
            <a:ext cx="17548975" cy="4696690"/>
          </a:xfrm>
          <a:prstGeom xmlns:a="http://schemas.openxmlformats.org/drawingml/2006/main" prst="rect">
            <a:avLst/>
          </a:prstGeom>
        </p:spPr>
      </p:pic>
      <p:pic>
        <p:nvPicPr>
          <p:cNvPr id="109" name="Imagem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36a15ffc5402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rot="0" flipH="0" flipV="0">
            <a:off x="34816366" y="1"/>
            <a:ext cx="8384272" cy="4696690"/>
          </a:xfrm>
          <a:prstGeom xmlns:a="http://schemas.openxmlformats.org/drawingml/2006/main" prst="rect">
            <a:avLst/>
          </a:prstGeom>
        </p:spPr>
      </p:pic>
      <p:pic>
        <p:nvPicPr>
          <p:cNvPr id="110" name="Imagem 1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36a15ffc5402c"/>
          <a:srcRect xmlns:a="http://schemas.openxmlformats.org/drawingml/2006/main" l="0" t="41985" r="50251" b="34197"/>
          <a:stretch xmlns:a="http://schemas.openxmlformats.org/drawingml/2006/main"/>
        </p:blipFill>
        <p:spPr>
          <a:xfrm xmlns:a="http://schemas.openxmlformats.org/drawingml/2006/main" rot="10800000" flipH="1" flipV="0">
            <a:off x="0" y="1"/>
            <a:ext cx="17548975" cy="4696690"/>
          </a:xfrm>
          <a:prstGeom xmlns:a="http://schemas.openxmlformats.org/drawingml/2006/main" prst="rect">
            <a:avLst/>
          </a:prstGeom>
        </p:spPr>
      </p:pic>
      <p:pic>
        <p:nvPicPr>
          <p:cNvPr id="111" name="Imagem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bddf60b12439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04807" y="998069"/>
            <a:ext cx="12847803" cy="2658990"/>
          </a:xfrm>
          <a:prstGeom xmlns:a="http://schemas.openxmlformats.org/drawingml/2006/main" prst="rect">
            <a:avLst/>
          </a:prstGeom>
        </p:spPr>
      </p:pic>
      <p:sp>
        <p:nvSpPr>
          <p:cNvPr id="30" name="CustomShape 2">
            <a:extLst xmlns:a="http://schemas.openxmlformats.org/drawingml/2006/main">
              <a:ext uri="{FF2B5EF4-FFF2-40B4-BE49-F238E27FC236}">
                <a16:creationId xmlns:a16="http://schemas.microsoft.com/office/drawing/2014/main" id="{FE98121D-8F4A-D71C-8D06-5DE5B30E6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806" y="6598088"/>
            <a:ext cx="965304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INTRODUÇÃO</a:t>
            </a:r>
          </a:p>
        </p:txBody>
      </p:sp>
      <p:sp>
        <p:nvSpPr>
          <p:cNvPr id="31" name="CustomShape 3">
            <a:extLst xmlns:a="http://schemas.openxmlformats.org/drawingml/2006/main">
              <a:ext uri="{FF2B5EF4-FFF2-40B4-BE49-F238E27FC236}">
                <a16:creationId xmlns:a16="http://schemas.microsoft.com/office/drawing/2014/main" id="{8151D5D6-229C-BBFF-BB22-6FFAEFF5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15726" y="6598088"/>
            <a:ext cx="966240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OBJETIVO</a:t>
            </a:r>
          </a:p>
        </p:txBody>
      </p:sp>
      <p:sp>
        <p:nvSpPr>
          <p:cNvPr id="32" name="CustomShape 4">
            <a:extLst xmlns:a="http://schemas.openxmlformats.org/drawingml/2006/main">
              <a:ext uri="{FF2B5EF4-FFF2-40B4-BE49-F238E27FC236}">
                <a16:creationId xmlns:a16="http://schemas.microsoft.com/office/drawing/2014/main" id="{DFC10092-CAB3-EC38-0F46-6962C238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9126" y="6598088"/>
            <a:ext cx="977184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JUSTIFICATIVA</a:t>
            </a:r>
          </a:p>
        </p:txBody>
      </p:sp>
      <p:sp>
        <p:nvSpPr>
          <p:cNvPr id="33" name="CustomShape 5">
            <a:extLst xmlns:a="http://schemas.openxmlformats.org/drawingml/2006/main">
              <a:ext uri="{FF2B5EF4-FFF2-40B4-BE49-F238E27FC236}">
                <a16:creationId xmlns:a16="http://schemas.microsoft.com/office/drawing/2014/main" id="{3C99F79D-68C2-C74F-CE40-279AEF350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6446" y="6598088"/>
            <a:ext cx="9653040" cy="912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5400" b="1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METODOLOGIA</a:t>
            </a:r>
          </a:p>
        </p:txBody>
      </p:sp>
      <p:sp>
        <p:nvSpPr>
          <p:cNvPr id="35" name="CustomShape 7">
            <a:extLst xmlns:a="http://schemas.openxmlformats.org/drawingml/2006/main">
              <a:ext uri="{FF2B5EF4-FFF2-40B4-BE49-F238E27FC236}">
                <a16:creationId xmlns:a16="http://schemas.microsoft.com/office/drawing/2014/main" id="{3D962965-B5EC-D5A8-D05D-6EA31D14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8644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Plano PNS: `pns_design()` com UPA, estratos e peso do morador. PSU solitária: `survey.lonely.psu = "adjust"` e domínios ajustados.</a:t>
            </a:r>
          </a:p>
        </p:txBody>
      </p:sp>
      <p:sp>
        <p:nvSpPr>
          <p:cNvPr id="36" name="CustomShape 8">
            <a:extLst xmlns:a="http://schemas.openxmlformats.org/drawingml/2006/main">
              <a:ext uri="{FF2B5EF4-FFF2-40B4-BE49-F238E27FC236}">
                <a16:creationId xmlns:a16="http://schemas.microsoft.com/office/drawing/2014/main" id="{3C1D0D6F-29F8-0950-AA63-2BE193A2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80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 PNS permite estimar diagnóstico médico de asma, crises, fatores de risco e uso de medicamentos em desenho amostral complexo representativo do Brasil e das UFs.</a:t>
            </a:r>
          </a:p>
        </p:txBody>
      </p:sp>
      <p:sp>
        <p:nvSpPr>
          <p:cNvPr id="37" name="CustomShape 9">
            <a:extLst xmlns:a="http://schemas.openxmlformats.org/drawingml/2006/main">
              <a:ext uri="{FF2B5EF4-FFF2-40B4-BE49-F238E27FC236}">
                <a16:creationId xmlns:a16="http://schemas.microsoft.com/office/drawing/2014/main" id="{38B1C518-B840-C3EE-B849-672D4A949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524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Comparar 2013 e 2019 com estimativas ponderadas, IC95% e gráficos por UF, priorizando inferência pela sobreposição dos intervalos de confiança.</a:t>
            </a:r>
          </a:p>
        </p:txBody>
      </p:sp>
      <p:sp>
        <p:nvSpPr>
          <p:cNvPr id="38" name="CustomShape 10">
            <a:extLst xmlns:a="http://schemas.openxmlformats.org/drawingml/2006/main">
              <a:ext uri="{FF2B5EF4-FFF2-40B4-BE49-F238E27FC236}">
                <a16:creationId xmlns:a16="http://schemas.microsoft.com/office/drawing/2014/main" id="{63C46FB7-B3E5-47B7-350A-C3A9906D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0846" y="8174528"/>
            <a:ext cx="9653040" cy="9416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75" b="0" i="0">
                <a:solidFill>
                  <a:srgbClr val="111111"/>
                </a:solidFill>
              </a:defRPr>
            </a:pPr>
            <a:r>
              <a:rPr sz="247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Sem pesos, estratos e conglomerados, as incertezas são subestimadas. O fluxo reprodutível em R torna a análise auditável e reutilizável.</a:t>
            </a:r>
          </a:p>
        </p:txBody>
      </p:sp>
      <p:pic>
        <p:nvPicPr>
          <p:cNvPr id="120" name="Imagem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57cff43d647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6844210" y="1861013"/>
            <a:ext cx="23547763" cy="1483024"/>
          </a:xfrm>
          <a:prstGeom xmlns:a="http://schemas.openxmlformats.org/drawingml/2006/main" prst="rect">
            <a:avLst/>
          </a:prstGeom>
        </p:spPr>
      </p:pic>
      <p:sp>
        <p:nvSpPr>
          <p:cNvPr id="49" name="poster-title">
            <a:extLst xmlns:a="http://schemas.openxmlformats.org/drawingml/2006/main">
              <a:ext uri="{FF2B5EF4-FFF2-40B4-BE49-F238E27FC236}">
                <a16:creationId xmlns:a16="http://schemas.microsoft.com/office/drawing/2014/main" id="{8F1B3491-6A40-4375-8823-0A0F6D80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4953000"/>
            <a:ext cx="3143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225" b="1" i="0">
                <a:solidFill>
                  <a:srgbClr val="1C425B"/>
                </a:solidFill>
              </a:defRPr>
            </a:pPr>
            <a:r>
              <a:rPr sz="3225" b="1" i="0">
                <a:solidFill>
                  <a:srgbClr val="1C425B"/>
                </a:solidFill>
                <a:latin typeface="Calibri"/>
                <a:ea typeface="Calibri"/>
                <a:cs typeface="Calibri"/>
              </a:rPr>
              <a:t>Evolução da asma no Brasil, 2013-2019: estimativas reprodutíveis com o plano amostral da PNS</a:t>
            </a:r>
          </a:p>
        </p:txBody>
      </p:sp>
      <p:sp>
        <p:nvSpPr>
          <p:cNvPr id="50" name="poster-authors">
            <a:extLst xmlns:a="http://schemas.openxmlformats.org/drawingml/2006/main">
              <a:ext uri="{FF2B5EF4-FFF2-40B4-BE49-F238E27FC236}">
                <a16:creationId xmlns:a16="http://schemas.microsoft.com/office/drawing/2014/main" id="{E727C1FD-6A24-4F4B-AE83-B7B4DDA29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857875"/>
            <a:ext cx="3143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5A5A5A"/>
                </a:solidFill>
              </a:defRPr>
            </a:pPr>
            <a:r>
              <a:rPr sz="1800" b="0" i="0">
                <a:solidFill>
                  <a:srgbClr val="5A5A5A"/>
                </a:solidFill>
                <a:latin typeface="Calibri"/>
                <a:ea typeface="Calibri"/>
                <a:cs typeface="Calibri"/>
              </a:rPr>
              <a:t>I. Dube; M. E. L. Silva | Gerenciamento de dados observacionais</a:t>
            </a:r>
          </a:p>
        </p:txBody>
      </p:sp>
      <p:sp>
        <p:nvSpPr>
          <p:cNvPr id="94" name="section-METODOLOGIA - ESTIMADORES">
            <a:extLst xmlns:a="http://schemas.openxmlformats.org/drawingml/2006/main">
              <a:ext uri="{FF2B5EF4-FFF2-40B4-BE49-F238E27FC236}">
                <a16:creationId xmlns:a16="http://schemas.microsoft.com/office/drawing/2014/main" id="{0314C110-0150-4DD4-95D2-7D9BAC3B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382375"/>
            <a:ext cx="20097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 w="0">
            <a:solidFill>
              <a:srgbClr val="1C425B"/>
            </a:solidFill>
            <a:prstDash val="solid"/>
          </a:ln>
        </p:spPr>
      </p:sp>
      <p:sp>
        <p:nvSpPr>
          <p:cNvPr id="95" name="section-label-METODOLOGIA - ESTIMADORES">
            <a:extLst xmlns:a="http://schemas.openxmlformats.org/drawingml/2006/main">
              <a:ext uri="{FF2B5EF4-FFF2-40B4-BE49-F238E27FC236}">
                <a16:creationId xmlns:a16="http://schemas.microsoft.com/office/drawing/2014/main" id="{5484767A-F110-4765-8360-329783D7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477625"/>
            <a:ext cx="2009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METODOLOGIA - ESTIMADORES</a:t>
            </a:r>
          </a:p>
        </p:txBody>
      </p:sp>
      <p:sp>
        <p:nvSpPr>
          <p:cNvPr id="96" name="method-detail-classic">
            <a:extLst xmlns:a="http://schemas.openxmlformats.org/drawingml/2006/main">
              <a:ext uri="{FF2B5EF4-FFF2-40B4-BE49-F238E27FC236}">
                <a16:creationId xmlns:a16="http://schemas.microsoft.com/office/drawing/2014/main" id="{01EF5B7E-4DD8-42AC-B0B9-EC054243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2430125"/>
            <a:ext cx="19907250" cy="400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111111"/>
                </a:solidFill>
              </a:defRPr>
            </a:pPr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Estimador ponderado: p_hat = sum(w_i y_i) / sum(w_i). Percentual: 100*p_hat. Taxa por 100 mil: 100000*p_hat. IC95% calculado com `survey::svyciprop(method = "beta")`, preservando a escala de proporção antes do reescalonamento.</a:t>
            </a:r>
          </a:p>
        </p:txBody>
      </p:sp>
      <p:sp>
        <p:nvSpPr>
          <p:cNvPr id="97" name="section-LEITURA DOS RESULTADOS">
            <a:extLst xmlns:a="http://schemas.openxmlformats.org/drawingml/2006/main">
              <a:ext uri="{FF2B5EF4-FFF2-40B4-BE49-F238E27FC236}">
                <a16:creationId xmlns:a16="http://schemas.microsoft.com/office/drawing/2014/main" id="{39DB03F4-C21B-4ED6-81A2-9CFE8A3B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8950" y="11382375"/>
            <a:ext cx="201739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 w="0">
            <a:solidFill>
              <a:srgbClr val="1C425B"/>
            </a:solidFill>
            <a:prstDash val="solid"/>
          </a:ln>
        </p:spPr>
      </p:sp>
      <p:sp>
        <p:nvSpPr>
          <p:cNvPr id="98" name="section-label-LEITURA DOS RESULTADOS">
            <a:extLst xmlns:a="http://schemas.openxmlformats.org/drawingml/2006/main">
              <a:ext uri="{FF2B5EF4-FFF2-40B4-BE49-F238E27FC236}">
                <a16:creationId xmlns:a16="http://schemas.microsoft.com/office/drawing/2014/main" id="{12AE5FE9-3576-40E0-B9D6-7F7366AA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78950" y="11477625"/>
            <a:ext cx="201739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LEITURA DOS RESULTADOS</a:t>
            </a:r>
          </a:p>
        </p:txBody>
      </p:sp>
      <p:sp>
        <p:nvSpPr>
          <p:cNvPr id="99" name="analysis-detail-classic">
            <a:extLst xmlns:a="http://schemas.openxmlformats.org/drawingml/2006/main">
              <a:ext uri="{FF2B5EF4-FFF2-40B4-BE49-F238E27FC236}">
                <a16:creationId xmlns:a16="http://schemas.microsoft.com/office/drawing/2014/main" id="{709A3C76-59C6-4D91-8A99-C76FB80A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74200" y="12430125"/>
            <a:ext cx="1990725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111111"/>
                </a:solidFill>
              </a:defRPr>
            </a:pPr>
            <a:r>
              <a:rPr sz="2325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Asma aumentou no Brasil (4,41% para 5,40%; ICs sem sobreposição). Crises ficaram estáveis (38,3% para 37,7%; ICs sobrepostos). Uso de medicamento entre asmáticos caiu (81,5% para 64,4%); a taxa populacional de usuários de medicamento tem ICs sobrepostos.</a:t>
            </a:r>
          </a:p>
        </p:txBody>
      </p:sp>
      <p:sp>
        <p:nvSpPr>
          <p:cNvPr id="100" name="references-compact-classic">
            <a:extLst xmlns:a="http://schemas.openxmlformats.org/drawingml/2006/main">
              <a:ext uri="{FF2B5EF4-FFF2-40B4-BE49-F238E27FC236}">
                <a16:creationId xmlns:a16="http://schemas.microsoft.com/office/drawing/2014/main" id="{9E048DA4-4526-49F0-8B12-3769BDA4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0" y="30289500"/>
            <a:ext cx="20097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111"/>
                </a:solidFill>
              </a:defRPr>
            </a:pPr>
            <a:r>
              <a:rPr sz="1500" b="0" i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[1] Global Asthma Network, 2022. [2] Souza-Júnior et al., 2015. [3] Dube; Silva, GitHub, 2026. [4] Menezes et al., 2015. [5] Severe Asthma.</a:t>
            </a:r>
          </a:p>
        </p:txBody>
      </p:sp>
      <p:sp>
        <p:nvSpPr>
          <p:cNvPr id="101" name="section-GRÁFICOS EXPORTADOS DOS CÓDIGOS R">
            <a:extLst xmlns:a="http://schemas.openxmlformats.org/drawingml/2006/main">
              <a:ext uri="{FF2B5EF4-FFF2-40B4-BE49-F238E27FC236}">
                <a16:creationId xmlns:a16="http://schemas.microsoft.com/office/drawing/2014/main" id="{540C7B78-679B-44FC-9FE1-D51ABF45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6954500"/>
            <a:ext cx="41148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425B"/>
          </a:solidFill>
          <a:ln xmlns:a="http://schemas.openxmlformats.org/drawingml/2006/main" w="0">
            <a:solidFill>
              <a:srgbClr val="1C425B"/>
            </a:solidFill>
            <a:prstDash val="solid"/>
          </a:ln>
        </p:spPr>
      </p:sp>
      <p:sp>
        <p:nvSpPr>
          <p:cNvPr id="102" name="section-label-GRÁFICOS EXPORTADOS DOS CÓDIGOS R">
            <a:extLst xmlns:a="http://schemas.openxmlformats.org/drawingml/2006/main">
              <a:ext uri="{FF2B5EF4-FFF2-40B4-BE49-F238E27FC236}">
                <a16:creationId xmlns:a16="http://schemas.microsoft.com/office/drawing/2014/main" id="{FF872F2A-466A-4737-99EE-5C95FCC6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7049750"/>
            <a:ext cx="411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GRÁFICOS EXPORTADOS DOS CÓDIGOS R</a:t>
            </a:r>
          </a:p>
        </p:txBody>
      </p:sp>
      <p:pic>
        <p:nvPicPr>
          <p:cNvPr id="1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0f614aae64e53"/>
          <a:stretch xmlns:a="http://schemas.openxmlformats.org/drawingml/2006/main"/>
        </p:blipFill>
        <p:spPr>
          <a:xfrm xmlns:a="http://schemas.openxmlformats.org/drawingml/2006/main">
            <a:off x="1319893" y="18097500"/>
            <a:ext cx="19267714" cy="5619750"/>
          </a:xfrm>
          <a:prstGeom xmlns:a="http://schemas.openxmlformats.org/drawingml/2006/main" prst="rect">
            <a:avLst/>
          </a:prstGeom>
        </p:spPr>
      </p:pic>
      <p:pic>
        <p:nvPicPr>
          <p:cNvPr id="1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cc8ec8088446a4"/>
          <a:stretch xmlns:a="http://schemas.openxmlformats.org/drawingml/2006/main"/>
        </p:blipFill>
        <p:spPr>
          <a:xfrm xmlns:a="http://schemas.openxmlformats.org/drawingml/2006/main">
            <a:off x="22751143" y="18097500"/>
            <a:ext cx="19267714" cy="5619750"/>
          </a:xfrm>
          <a:prstGeom xmlns:a="http://schemas.openxmlformats.org/drawingml/2006/main" prst="rect">
            <a:avLst/>
          </a:prstGeom>
        </p:spPr>
      </p:pic>
      <p:pic>
        <p:nvPicPr>
          <p:cNvPr id="1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2f7f94b75d4fdf"/>
          <a:stretch xmlns:a="http://schemas.openxmlformats.org/drawingml/2006/main"/>
        </p:blipFill>
        <p:spPr>
          <a:xfrm xmlns:a="http://schemas.openxmlformats.org/drawingml/2006/main">
            <a:off x="1319893" y="24098250"/>
            <a:ext cx="19267714" cy="5619750"/>
          </a:xfrm>
          <a:prstGeom xmlns:a="http://schemas.openxmlformats.org/drawingml/2006/main" prst="rect">
            <a:avLst/>
          </a:prstGeom>
        </p:spPr>
      </p:pic>
      <p:pic>
        <p:nvPicPr>
          <p:cNvPr id="1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5ad130edb487b"/>
          <a:stretch xmlns:a="http://schemas.openxmlformats.org/drawingml/2006/main"/>
        </p:blipFill>
        <p:spPr>
          <a:xfrm xmlns:a="http://schemas.openxmlformats.org/drawingml/2006/main">
            <a:off x="22751143" y="24098250"/>
            <a:ext cx="19267714" cy="5619750"/>
          </a:xfrm>
          <a:prstGeom xmlns:a="http://schemas.openxmlformats.org/drawingml/2006/main" prst="rect">
            <a:avLst/>
          </a:prstGeom>
        </p:spPr>
      </p:pic>
      <p:sp>
        <p:nvSpPr>
          <p:cNvPr id="107" name="chart-caption-classic">
            <a:extLst xmlns:a="http://schemas.openxmlformats.org/drawingml/2006/main">
              <a:ext uri="{FF2B5EF4-FFF2-40B4-BE49-F238E27FC236}">
                <a16:creationId xmlns:a16="http://schemas.microsoft.com/office/drawing/2014/main" id="{B708A308-45BC-4E6E-B9C7-972F274E0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29860875"/>
            <a:ext cx="21050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55555"/>
                </a:solidFill>
              </a:defRPr>
            </a:pPr>
            <a:r>
              <a:rPr sz="1650" b="0" i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Os gráficos acima são exportações diretas do padrão usado nos scripts R: barras horizontais por UF, comparação 2013/2019 e barras de erro com IC95%. A posição de Brasil ao final da escala reproduz a ordenação definida no código.</a:t>
            </a:r>
          </a:p>
        </p:txBody>
      </p:sp>
    </p:spTree>
    <p:extLst>
      <p:ext uri="{BB962C8B-B14F-4D97-AF65-F5344CB8AC3E}">
        <p14:creationId xmlns:p14="http://schemas.microsoft.com/office/powerpoint/2010/main" val="1144243419"/>
      </p:ext>
    </p:extLst>
  </p:cSld>
</p:sld>
</file>

<file path=ppt/theme/theme1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2026-07-21T12:19:09.0810000Z</dcterms:created>
  <dcterms:modified xsi:type="dcterms:W3CDTF">2026-07-21T12:19:09.0820000Z</dcterms:modified>
</coreProperties>
</file>