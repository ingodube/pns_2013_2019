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2dae896af7f48c0" /><Relationship Type="http://schemas.openxmlformats.org/officeDocument/2006/relationships/extended-properties" Target="/docProps/app.xml" Id="Rf93b168e7cdd424d" /><Relationship Type="http://schemas.openxmlformats.org/officeDocument/2006/relationships/officeDocument" Target="/ppt/presentation.xml" Id="R3c8704714af1480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682686c500f494c"/>
  </p:sldMasterIdLst>
  <p:notesMasterIdLst>
    <p:notesMasterId xmlns:r="http://schemas.openxmlformats.org/officeDocument/2006/relationships" r:id="R6bea2ca982f84a97"/>
  </p:notesMasterIdLst>
  <p:sldIdLst>
    <p:sldId xmlns:r="http://schemas.openxmlformats.org/officeDocument/2006/relationships" id="256" r:id="R6f32f62aedbe4820"/>
  </p:sldIdLst>
  <p:sldSz cx="43891200" cy="329184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ef58f9414204580" /><Relationship Type="http://schemas.openxmlformats.org/officeDocument/2006/relationships/slideMaster" Target="/ppt/slideMasters/slideMaster1.xml" Id="Rc682686c500f494c" /><Relationship Type="http://schemas.openxmlformats.org/officeDocument/2006/relationships/notesMaster" Target="/ppt/notesMasters/notesMaster1.xml" Id="R6bea2ca982f84a97" /><Relationship Type="http://schemas.openxmlformats.org/officeDocument/2006/relationships/presProps" Target="/ppt/presProps.xml" Id="Rc7e308457f5a485a" /><Relationship Type="http://schemas.openxmlformats.org/officeDocument/2006/relationships/viewProps" Target="/ppt/viewProps.xml" Id="Ra44464301d82415d" /><Relationship Type="http://schemas.openxmlformats.org/officeDocument/2006/relationships/tableStyles" Target="/ppt/tableStyles.xml" Id="R04947446ec95454f" /><Relationship Type="http://schemas.openxmlformats.org/officeDocument/2006/relationships/slide" Target="/ppt/slides/slide1.xml" Id="R6f32f62aedbe482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c465069c55b489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Default Design 1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4dc44d5ca474838" /><Relationship Type="http://schemas.openxmlformats.org/officeDocument/2006/relationships/notesMaster" Target="/ppt/notesMasters/notesMaster1.xml" Id="R78a31531ed604ad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23d55a0cd44ae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331c52dc55418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8a534bbca6466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7c7138bcae45a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ba14c079ac456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cd5786a93b413e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4c7eaa393b484d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c4812bf89d49f6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e23bb25a954630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28a0bd2d084dec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4fadc2bff241b6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59CB69A-8ED7-4838-B967-1CDD5EE1566E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288616" y="10228016"/>
            <a:ext cx="37313968" cy="705394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276ED9EE-F819-4E60-9BA3-84636F8F1AE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587985" y="18653228"/>
            <a:ext cx="30715242" cy="841310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>
            <a:lvl1pPr marL="0" indent="0" algn="ctr">
              <a:buNone/>
              <a:defRPr/>
            </a:lvl1pPr>
            <a:lvl2pPr marL="1290584" indent="0" algn="ctr">
              <a:buNone/>
              <a:defRPr/>
            </a:lvl2pPr>
            <a:lvl3pPr marL="2581168" indent="0" algn="ctr">
              <a:buNone/>
              <a:defRPr/>
            </a:lvl3pPr>
            <a:lvl4pPr marL="3871752" indent="0" algn="ctr">
              <a:buNone/>
              <a:defRPr/>
            </a:lvl4pPr>
            <a:lvl5pPr marL="5162337" indent="0" algn="ctr">
              <a:buNone/>
              <a:defRPr/>
            </a:lvl5pPr>
            <a:lvl6pPr marL="6452921" indent="0" algn="ctr">
              <a:buNone/>
              <a:defRPr/>
            </a:lvl6pPr>
            <a:lvl7pPr marL="7743505" indent="0" algn="ctr">
              <a:buNone/>
              <a:defRPr/>
            </a:lvl7pPr>
            <a:lvl8pPr marL="9034089" indent="0" algn="ctr">
              <a:buNone/>
              <a:defRPr/>
            </a:lvl8pPr>
            <a:lvl9pPr marL="10324673" indent="0" algn="ctr">
              <a:buNone/>
              <a:defRPr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D602AB3-A0A7-4EB7-B8F0-2B9D0E02ABA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192412" y="1318835"/>
            <a:ext cx="39506379" cy="54850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806D9E9-DFAB-47E6-AC77-54BBBE5F8F4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192412" y="7679079"/>
            <a:ext cx="39506379" cy="217264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5BBC113-BC73-42A3-AC28-63E5181F9D1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71321" y="21153765"/>
            <a:ext cx="37303218" cy="653770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anchor="t"/>
          <a:lstStyle xmlns:a="http://schemas.openxmlformats.org/drawingml/2006/main">
            <a:lvl1pPr algn="l">
              <a:buNone/>
              <a:defRPr sz="11291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2E63DCF-F9CC-49B8-9457-35DF8D2F27F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471321" y="13950599"/>
            <a:ext cx="37303218" cy="720316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anchor="b"/>
          <a:lstStyle xmlns:a="http://schemas.openxmlformats.org/drawingml/2006/main">
            <a:lvl1pPr marL="0" indent="0">
              <a:buNone/>
              <a:defRPr sz="5646"/>
            </a:lvl1pPr>
            <a:lvl2pPr marL="1290584" indent="0">
              <a:buNone/>
              <a:defRPr sz="5081"/>
            </a:lvl2pPr>
            <a:lvl3pPr marL="2581168" indent="0">
              <a:buNone/>
              <a:defRPr sz="4516"/>
            </a:lvl3pPr>
            <a:lvl4pPr marL="3871752" indent="0">
              <a:buNone/>
              <a:defRPr sz="3952"/>
            </a:lvl4pPr>
            <a:lvl5pPr marL="5162337" indent="0">
              <a:buNone/>
              <a:defRPr sz="3952"/>
            </a:lvl5pPr>
            <a:lvl6pPr marL="6452921" indent="0">
              <a:buNone/>
              <a:defRPr sz="3952"/>
            </a:lvl6pPr>
            <a:lvl7pPr marL="7743505" indent="0">
              <a:buNone/>
              <a:defRPr sz="3952"/>
            </a:lvl7pPr>
            <a:lvl8pPr marL="9034089" indent="0">
              <a:buNone/>
              <a:defRPr sz="3952"/>
            </a:lvl8pPr>
            <a:lvl9pPr marL="10324673" indent="0">
              <a:buNone/>
              <a:defRPr sz="3952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D06C1F6-7F2A-423B-A9A6-9602FC12D6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192412" y="1318835"/>
            <a:ext cx="39506379" cy="54850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6F3975B-4B34-446C-AB9F-4725FC54363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192421" y="7679079"/>
            <a:ext cx="19237328" cy="217264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>
            <a:lvl1pPr>
              <a:buNone/>
              <a:defRPr sz="7904"/>
            </a:lvl1pPr>
            <a:lvl2pPr>
              <a:buNone/>
              <a:defRPr sz="6775"/>
            </a:lvl2pPr>
            <a:lvl3pPr>
              <a:buNone/>
              <a:defRPr sz="5646"/>
            </a:lvl3pPr>
            <a:lvl4pPr>
              <a:buNone/>
              <a:defRPr sz="5081"/>
            </a:lvl4pPr>
            <a:lvl5pPr>
              <a:buNone/>
              <a:defRPr sz="5081"/>
            </a:lvl5pPr>
            <a:lvl6pPr>
              <a:buNone/>
              <a:defRPr sz="5081"/>
            </a:lvl6pPr>
            <a:lvl7pPr>
              <a:buNone/>
              <a:defRPr sz="5081"/>
            </a:lvl7pPr>
            <a:lvl8pPr>
              <a:buNone/>
              <a:defRPr sz="5081"/>
            </a:lvl8pPr>
            <a:lvl9pPr>
              <a:buNone/>
              <a:defRPr sz="508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21773005-AE18-4369-A69B-CCEABD19ED90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22461464" y="7679079"/>
            <a:ext cx="19237328" cy="217264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>
            <a:lvl1pPr>
              <a:buNone/>
              <a:defRPr sz="7904"/>
            </a:lvl1pPr>
            <a:lvl2pPr>
              <a:buNone/>
              <a:defRPr sz="6775"/>
            </a:lvl2pPr>
            <a:lvl3pPr>
              <a:buNone/>
              <a:defRPr sz="5646"/>
            </a:lvl3pPr>
            <a:lvl4pPr>
              <a:buNone/>
              <a:defRPr sz="5081"/>
            </a:lvl4pPr>
            <a:lvl5pPr>
              <a:buNone/>
              <a:defRPr sz="5081"/>
            </a:lvl5pPr>
            <a:lvl6pPr>
              <a:buNone/>
              <a:defRPr sz="5081"/>
            </a:lvl6pPr>
            <a:lvl7pPr>
              <a:buNone/>
              <a:defRPr sz="5081"/>
            </a:lvl7pPr>
            <a:lvl8pPr>
              <a:buNone/>
              <a:defRPr sz="5081"/>
            </a:lvl8pPr>
            <a:lvl9pPr>
              <a:buNone/>
              <a:defRPr sz="508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38D983D-3257-43DB-8696-3A3EC5FB37D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192412" y="1318835"/>
            <a:ext cx="39506379" cy="54850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B933953-7F31-425F-99D8-65AB0E49037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192411" y="7368533"/>
            <a:ext cx="19398538" cy="30692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anchor="b"/>
          <a:lstStyle xmlns:a="http://schemas.openxmlformats.org/drawingml/2006/main">
            <a:lvl1pPr marL="0" indent="0">
              <a:buNone/>
              <a:defRPr sz="6775" b="1"/>
            </a:lvl1pPr>
            <a:lvl2pPr marL="1290584" indent="0">
              <a:buNone/>
              <a:defRPr sz="5646" b="1"/>
            </a:lvl2pPr>
            <a:lvl3pPr marL="2581168" indent="0">
              <a:buNone/>
              <a:defRPr sz="5081" b="1"/>
            </a:lvl3pPr>
            <a:lvl4pPr marL="3871752" indent="0">
              <a:buNone/>
              <a:defRPr sz="4516" b="1"/>
            </a:lvl4pPr>
            <a:lvl5pPr marL="5162337" indent="0">
              <a:buNone/>
              <a:defRPr sz="4516" b="1"/>
            </a:lvl5pPr>
            <a:lvl6pPr marL="6452921" indent="0">
              <a:buNone/>
              <a:defRPr sz="4516" b="1"/>
            </a:lvl6pPr>
            <a:lvl7pPr marL="7743505" indent="0">
              <a:buNone/>
              <a:defRPr sz="4516" b="1"/>
            </a:lvl7pPr>
            <a:lvl8pPr marL="9034089" indent="0">
              <a:buNone/>
              <a:defRPr sz="4516" b="1"/>
            </a:lvl8pPr>
            <a:lvl9pPr marL="10324673" indent="0">
              <a:buNone/>
              <a:defRPr sz="4516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8F14671E-0A5D-46EA-8A75-9949876739F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2192411" y="10437739"/>
            <a:ext cx="19398538" cy="1896780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>
            <a:lvl1pPr>
              <a:buNone/>
              <a:defRPr sz="6775"/>
            </a:lvl1pPr>
            <a:lvl2pPr>
              <a:buNone/>
              <a:defRPr sz="5646"/>
            </a:lvl2pPr>
            <a:lvl3pPr>
              <a:buNone/>
              <a:defRPr sz="5081"/>
            </a:lvl3pPr>
            <a:lvl4pPr>
              <a:buNone/>
              <a:defRPr sz="4516"/>
            </a:lvl4pPr>
            <a:lvl5pPr>
              <a:buNone/>
              <a:defRPr sz="4516"/>
            </a:lvl5pPr>
            <a:lvl6pPr>
              <a:buNone/>
              <a:defRPr sz="4516"/>
            </a:lvl6pPr>
            <a:lvl7pPr>
              <a:buNone/>
              <a:defRPr sz="4516"/>
            </a:lvl7pPr>
            <a:lvl8pPr>
              <a:buNone/>
              <a:defRPr sz="4516"/>
            </a:lvl8pPr>
            <a:lvl9pPr>
              <a:buNone/>
              <a:defRPr sz="4516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48625AD4-6E71-40CA-B902-C254972783A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22300261" y="7368533"/>
            <a:ext cx="19398531" cy="30692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anchor="b"/>
          <a:lstStyle xmlns:a="http://schemas.openxmlformats.org/drawingml/2006/main">
            <a:lvl1pPr marL="0" indent="0">
              <a:buNone/>
              <a:defRPr sz="6775" b="1"/>
            </a:lvl1pPr>
            <a:lvl2pPr marL="1290584" indent="0">
              <a:buNone/>
              <a:defRPr sz="5646" b="1"/>
            </a:lvl2pPr>
            <a:lvl3pPr marL="2581168" indent="0">
              <a:buNone/>
              <a:defRPr sz="5081" b="1"/>
            </a:lvl3pPr>
            <a:lvl4pPr marL="3871752" indent="0">
              <a:buNone/>
              <a:defRPr sz="4516" b="1"/>
            </a:lvl4pPr>
            <a:lvl5pPr marL="5162337" indent="0">
              <a:buNone/>
              <a:defRPr sz="4516" b="1"/>
            </a:lvl5pPr>
            <a:lvl6pPr marL="6452921" indent="0">
              <a:buNone/>
              <a:defRPr sz="4516" b="1"/>
            </a:lvl6pPr>
            <a:lvl7pPr marL="7743505" indent="0">
              <a:buNone/>
              <a:defRPr sz="4516" b="1"/>
            </a:lvl7pPr>
            <a:lvl8pPr marL="9034089" indent="0">
              <a:buNone/>
              <a:defRPr sz="4516" b="1"/>
            </a:lvl8pPr>
            <a:lvl9pPr marL="10324673" indent="0">
              <a:buNone/>
              <a:defRPr sz="4516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393FD81C-2855-4E81-B8A3-2A6B8D968F58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22300261" y="10437739"/>
            <a:ext cx="19398531" cy="1896780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>
            <a:lvl1pPr>
              <a:buNone/>
              <a:defRPr sz="6775"/>
            </a:lvl1pPr>
            <a:lvl2pPr>
              <a:buNone/>
              <a:defRPr sz="5646"/>
            </a:lvl2pPr>
            <a:lvl3pPr>
              <a:buNone/>
              <a:defRPr sz="5081"/>
            </a:lvl3pPr>
            <a:lvl4pPr>
              <a:buNone/>
              <a:defRPr sz="4516"/>
            </a:lvl4pPr>
            <a:lvl5pPr>
              <a:buNone/>
              <a:defRPr sz="4516"/>
            </a:lvl5pPr>
            <a:lvl6pPr>
              <a:buNone/>
              <a:defRPr sz="4516"/>
            </a:lvl6pPr>
            <a:lvl7pPr>
              <a:buNone/>
              <a:defRPr sz="4516"/>
            </a:lvl7pPr>
            <a:lvl8pPr>
              <a:buNone/>
              <a:defRPr sz="4516"/>
            </a:lvl8pPr>
            <a:lvl9pPr>
              <a:buNone/>
              <a:defRPr sz="4516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3ED912F-24A8-4C46-ABB9-99A58993587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192412" y="1318835"/>
            <a:ext cx="39506379" cy="54850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C5A8595-F2F8-44C5-A2E0-E5616AA048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192412" y="1310768"/>
            <a:ext cx="14444117" cy="557781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anchor="b"/>
          <a:lstStyle xmlns:a="http://schemas.openxmlformats.org/drawingml/2006/main">
            <a:lvl1pPr algn="l">
              <a:buNone/>
              <a:defRPr sz="5646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B2A6704-4243-48AB-9DA9-0C43E255D1B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7163140" y="1310769"/>
            <a:ext cx="24535650" cy="2809477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>
            <a:lvl1pPr>
              <a:buNone/>
              <a:defRPr sz="9033"/>
            </a:lvl1pPr>
            <a:lvl2pPr>
              <a:buNone/>
              <a:defRPr sz="7904"/>
            </a:lvl2pPr>
            <a:lvl3pPr>
              <a:buNone/>
              <a:defRPr sz="6775"/>
            </a:lvl3pPr>
            <a:lvl4pPr>
              <a:buNone/>
              <a:defRPr sz="5646"/>
            </a:lvl4pPr>
            <a:lvl5pPr>
              <a:buNone/>
              <a:defRPr sz="5646"/>
            </a:lvl5pPr>
            <a:lvl6pPr>
              <a:buNone/>
              <a:defRPr sz="5646"/>
            </a:lvl6pPr>
            <a:lvl7pPr>
              <a:buNone/>
              <a:defRPr sz="5646"/>
            </a:lvl7pPr>
            <a:lvl8pPr>
              <a:buNone/>
              <a:defRPr sz="5646"/>
            </a:lvl8pPr>
            <a:lvl9pPr>
              <a:buNone/>
              <a:defRPr sz="5646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EFDAFF6-B842-463A-A736-5211041BCC3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192412" y="6888586"/>
            <a:ext cx="14444117" cy="2251696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>
            <a:lvl1pPr marL="0" indent="0">
              <a:buNone/>
              <a:defRPr sz="3952"/>
            </a:lvl1pPr>
            <a:lvl2pPr marL="1290584" indent="0">
              <a:buNone/>
              <a:defRPr sz="3387"/>
            </a:lvl2pPr>
            <a:lvl3pPr marL="2581168" indent="0">
              <a:buNone/>
              <a:defRPr sz="2823"/>
            </a:lvl3pPr>
            <a:lvl4pPr marL="3871752" indent="0">
              <a:buNone/>
              <a:defRPr sz="2541"/>
            </a:lvl4pPr>
            <a:lvl5pPr marL="5162337" indent="0">
              <a:buNone/>
              <a:defRPr sz="2541"/>
            </a:lvl5pPr>
            <a:lvl6pPr marL="6452921" indent="0">
              <a:buNone/>
              <a:defRPr sz="2541"/>
            </a:lvl6pPr>
            <a:lvl7pPr marL="7743505" indent="0">
              <a:buNone/>
              <a:defRPr sz="2541"/>
            </a:lvl7pPr>
            <a:lvl8pPr marL="9034089" indent="0">
              <a:buNone/>
              <a:defRPr sz="2541"/>
            </a:lvl8pPr>
            <a:lvl9pPr marL="10324673" indent="0">
              <a:buNone/>
              <a:defRPr sz="254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963033-8D04-498C-ADF5-1644D1A4782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97699" y="23041268"/>
            <a:ext cx="26341171" cy="272236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anchor="b"/>
          <a:lstStyle xmlns:a="http://schemas.openxmlformats.org/drawingml/2006/main">
            <a:lvl1pPr algn="l">
              <a:buNone/>
              <a:defRPr sz="5646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7F7BB812-91C0-4A8A-A4FA-0B71A616311D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8597699" y="2940156"/>
            <a:ext cx="26341171" cy="1975023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>
            <a:lvl1pPr marL="0" indent="0">
              <a:buNone/>
              <a:defRPr sz="9033"/>
            </a:lvl1pPr>
            <a:lvl2pPr marL="1290584" indent="0">
              <a:buNone/>
              <a:defRPr sz="7904"/>
            </a:lvl2pPr>
            <a:lvl3pPr marL="2581168" indent="0">
              <a:buNone/>
              <a:defRPr sz="6775"/>
            </a:lvl3pPr>
            <a:lvl4pPr marL="3871752" indent="0">
              <a:buNone/>
              <a:defRPr sz="5646"/>
            </a:lvl4pPr>
            <a:lvl5pPr marL="5162337" indent="0">
              <a:buNone/>
              <a:defRPr sz="5646"/>
            </a:lvl5pPr>
            <a:lvl6pPr marL="6452921" indent="0">
              <a:buNone/>
              <a:defRPr sz="5646"/>
            </a:lvl6pPr>
            <a:lvl7pPr marL="7743505" indent="0">
              <a:buNone/>
              <a:defRPr sz="5646"/>
            </a:lvl7pPr>
            <a:lvl8pPr marL="9034089" indent="0">
              <a:buNone/>
              <a:defRPr sz="5646"/>
            </a:lvl8pPr>
            <a:lvl9pPr marL="10324673" indent="0">
              <a:buNone/>
              <a:defRPr sz="5646"/>
            </a:lvl9pPr>
          </a:lstStyle>
          <a:p xmlns:a="http://schemas.openxmlformats.org/drawingml/2006/main">
            <a:pPr>
              <a:buNone/>
            </a:pP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9B7BBE34-31F5-4EAC-9044-A6569ED1579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597699" y="25763633"/>
            <a:ext cx="26341171" cy="38637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>
            <a:lvl1pPr marL="0" indent="0">
              <a:buNone/>
              <a:defRPr sz="3952"/>
            </a:lvl1pPr>
            <a:lvl2pPr marL="1290584" indent="0">
              <a:buNone/>
              <a:defRPr sz="3387"/>
            </a:lvl2pPr>
            <a:lvl3pPr marL="2581168" indent="0">
              <a:buNone/>
              <a:defRPr sz="2823"/>
            </a:lvl3pPr>
            <a:lvl4pPr marL="3871752" indent="0">
              <a:buNone/>
              <a:defRPr sz="2541"/>
            </a:lvl4pPr>
            <a:lvl5pPr marL="5162337" indent="0">
              <a:buNone/>
              <a:defRPr sz="2541"/>
            </a:lvl5pPr>
            <a:lvl6pPr marL="6452921" indent="0">
              <a:buNone/>
              <a:defRPr sz="2541"/>
            </a:lvl6pPr>
            <a:lvl7pPr marL="7743505" indent="0">
              <a:buNone/>
              <a:defRPr sz="2541"/>
            </a:lvl7pPr>
            <a:lvl8pPr marL="9034089" indent="0">
              <a:buNone/>
              <a:defRPr sz="2541"/>
            </a:lvl8pPr>
            <a:lvl9pPr marL="10324673" indent="0">
              <a:buNone/>
              <a:defRPr sz="254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27EEAD7-1F31-4D3F-A6C2-10543DEB482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192412" y="1318835"/>
            <a:ext cx="39506379" cy="54850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3DCCA969-48FF-4E35-BAA4-299DA2EE744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192412" y="7679079"/>
            <a:ext cx="39506379" cy="217264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AF6F8076-6CB1-4D71-A475-31B8E8CAB77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822198" y="1318835"/>
            <a:ext cx="9876592" cy="2808671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3746B13A-3C75-49D9-883E-E46CEAAE601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192410" y="1318835"/>
            <a:ext cx="28598066" cy="2808671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084a58366d84547" /><Relationship Type="http://schemas.openxmlformats.org/officeDocument/2006/relationships/slideLayout" Target="/ppt/slideLayouts/slideLayout1.xml" Id="R9990534782e441cb" /><Relationship Type="http://schemas.openxmlformats.org/officeDocument/2006/relationships/slideLayout" Target="/ppt/slideLayouts/slideLayout2.xml" Id="R69b98b5d994643c5" /><Relationship Type="http://schemas.openxmlformats.org/officeDocument/2006/relationships/slideLayout" Target="/ppt/slideLayouts/slideLayout3.xml" Id="R942a4d703df94ef2" /><Relationship Type="http://schemas.openxmlformats.org/officeDocument/2006/relationships/slideLayout" Target="/ppt/slideLayouts/slideLayout4.xml" Id="Rf7e036472221400e" /><Relationship Type="http://schemas.openxmlformats.org/officeDocument/2006/relationships/slideLayout" Target="/ppt/slideLayouts/slideLayout5.xml" Id="R261bf07cb2044fc3" /><Relationship Type="http://schemas.openxmlformats.org/officeDocument/2006/relationships/slideLayout" Target="/ppt/slideLayouts/slideLayout6.xml" Id="Rb8200da495a44f7e" /><Relationship Type="http://schemas.openxmlformats.org/officeDocument/2006/relationships/slideLayout" Target="/ppt/slideLayouts/slideLayout7.xml" Id="R4d2b0865cffd4e57" /><Relationship Type="http://schemas.openxmlformats.org/officeDocument/2006/relationships/slideLayout" Target="/ppt/slideLayouts/slideLayout8.xml" Id="Rf54c33e978df4272" /><Relationship Type="http://schemas.openxmlformats.org/officeDocument/2006/relationships/slideLayout" Target="/ppt/slideLayouts/slideLayout9.xml" Id="Rb56d3b19269c4056" /><Relationship Type="http://schemas.openxmlformats.org/officeDocument/2006/relationships/slideLayout" Target="/ppt/slideLayouts/slideLayout10.xml" Id="R6493b57edf7d4b2c" /><Relationship Type="http://schemas.openxmlformats.org/officeDocument/2006/relationships/slideLayout" Target="/ppt/slideLayouts/slideLayout11.xml" Id="Rb051260dbcff4b48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990534782e441cb"/>
    <p:sldLayoutId xmlns:r="http://schemas.openxmlformats.org/officeDocument/2006/relationships" id="2147483650" r:id="R69b98b5d994643c5"/>
    <p:sldLayoutId xmlns:r="http://schemas.openxmlformats.org/officeDocument/2006/relationships" id="2147483651" r:id="R942a4d703df94ef2"/>
    <p:sldLayoutId xmlns:r="http://schemas.openxmlformats.org/officeDocument/2006/relationships" id="2147483652" r:id="Rf7e036472221400e"/>
    <p:sldLayoutId xmlns:r="http://schemas.openxmlformats.org/officeDocument/2006/relationships" id="2147483653" r:id="R261bf07cb2044fc3"/>
    <p:sldLayoutId xmlns:r="http://schemas.openxmlformats.org/officeDocument/2006/relationships" id="2147483654" r:id="Rb8200da495a44f7e"/>
    <p:sldLayoutId xmlns:r="http://schemas.openxmlformats.org/officeDocument/2006/relationships" id="2147483655" r:id="R4d2b0865cffd4e57"/>
    <p:sldLayoutId xmlns:r="http://schemas.openxmlformats.org/officeDocument/2006/relationships" id="2147483656" r:id="Rf54c33e978df4272"/>
    <p:sldLayoutId xmlns:r="http://schemas.openxmlformats.org/officeDocument/2006/relationships" id="2147483657" r:id="Rb56d3b19269c4056"/>
    <p:sldLayoutId xmlns:r="http://schemas.openxmlformats.org/officeDocument/2006/relationships" id="2147483658" r:id="R6493b57edf7d4b2c"/>
    <p:sldLayoutId xmlns:r="http://schemas.openxmlformats.org/officeDocument/2006/relationships" id="2147483659" r:id="Rb051260dbcff4b48"/>
  </p:sldLayoutIdLst>
  <p:txStyles>
    <p:titleStyle>
      <a:lvl1pPr xmlns:a="http://schemas.openxmlformats.org/drawingml/2006/main" algn="ctr" defTabSz="3260725">
        <a:spcBef>
          <a:spcPct val="0"/>
        </a:spcBef>
        <a:spcAft>
          <a:spcPct val="0"/>
        </a:spcAft>
        <a:buNone/>
        <a:defRPr sz="15800">
          <a:solidFill>
            <a:schemeClr val="tx2"/>
          </a:solidFill>
          <a:latin typeface="+mj-lt"/>
          <a:ea typeface="+mj-lt"/>
          <a:cs typeface="+mj-lt"/>
        </a:defRPr>
      </a:lvl1pPr>
      <a:lvl2pPr xmlns:a="http://schemas.openxmlformats.org/drawingml/2006/main" algn="ctr" defTabSz="3260725">
        <a:spcBef>
          <a:spcPct val="0"/>
        </a:spcBef>
        <a:spcAft>
          <a:spcPct val="0"/>
        </a:spcAft>
        <a:buNone/>
        <a:defRPr sz="15800">
          <a:solidFill>
            <a:schemeClr val="tx2"/>
          </a:solidFill>
          <a:latin typeface="Arial"/>
          <a:ea typeface="Arial"/>
          <a:cs typeface="Arial"/>
        </a:defRPr>
      </a:lvl2pPr>
      <a:lvl3pPr xmlns:a="http://schemas.openxmlformats.org/drawingml/2006/main" algn="ctr" defTabSz="3260725">
        <a:spcBef>
          <a:spcPct val="0"/>
        </a:spcBef>
        <a:spcAft>
          <a:spcPct val="0"/>
        </a:spcAft>
        <a:buNone/>
        <a:defRPr sz="15800">
          <a:solidFill>
            <a:schemeClr val="tx2"/>
          </a:solidFill>
          <a:latin typeface="Arial"/>
          <a:ea typeface="Arial"/>
          <a:cs typeface="Arial"/>
        </a:defRPr>
      </a:lvl3pPr>
      <a:lvl4pPr xmlns:a="http://schemas.openxmlformats.org/drawingml/2006/main" algn="ctr" defTabSz="3260725">
        <a:spcBef>
          <a:spcPct val="0"/>
        </a:spcBef>
        <a:spcAft>
          <a:spcPct val="0"/>
        </a:spcAft>
        <a:buNone/>
        <a:defRPr sz="15800">
          <a:solidFill>
            <a:schemeClr val="tx2"/>
          </a:solidFill>
          <a:latin typeface="Arial"/>
          <a:ea typeface="Arial"/>
          <a:cs typeface="Arial"/>
        </a:defRPr>
      </a:lvl4pPr>
      <a:lvl5pPr xmlns:a="http://schemas.openxmlformats.org/drawingml/2006/main" algn="ctr" defTabSz="3260725">
        <a:spcBef>
          <a:spcPct val="0"/>
        </a:spcBef>
        <a:spcAft>
          <a:spcPct val="0"/>
        </a:spcAft>
        <a:buNone/>
        <a:defRPr sz="15800">
          <a:solidFill>
            <a:schemeClr val="tx2"/>
          </a:solidFill>
          <a:latin typeface="Arial"/>
          <a:ea typeface="Arial"/>
          <a:cs typeface="Arial"/>
        </a:defRPr>
      </a:lvl5pPr>
      <a:lvl6pPr xmlns:a="http://schemas.openxmlformats.org/drawingml/2006/main" marL="1290584" algn="ctr" defTabSz="3262310">
        <a:spcBef>
          <a:spcPct val="0"/>
        </a:spcBef>
        <a:spcAft>
          <a:spcPct val="0"/>
        </a:spcAft>
        <a:buNone/>
        <a:defRPr sz="15808">
          <a:solidFill>
            <a:schemeClr val="tx2"/>
          </a:solidFill>
          <a:latin typeface="Arial"/>
          <a:ea typeface="Arial"/>
          <a:cs typeface="Arial"/>
        </a:defRPr>
      </a:lvl6pPr>
      <a:lvl7pPr xmlns:a="http://schemas.openxmlformats.org/drawingml/2006/main" marL="2581168" algn="ctr" defTabSz="3262310">
        <a:spcBef>
          <a:spcPct val="0"/>
        </a:spcBef>
        <a:spcAft>
          <a:spcPct val="0"/>
        </a:spcAft>
        <a:buNone/>
        <a:defRPr sz="15808">
          <a:solidFill>
            <a:schemeClr val="tx2"/>
          </a:solidFill>
          <a:latin typeface="Arial"/>
          <a:ea typeface="Arial"/>
          <a:cs typeface="Arial"/>
        </a:defRPr>
      </a:lvl7pPr>
      <a:lvl8pPr xmlns:a="http://schemas.openxmlformats.org/drawingml/2006/main" marL="3871752" algn="ctr" defTabSz="3262310">
        <a:spcBef>
          <a:spcPct val="0"/>
        </a:spcBef>
        <a:spcAft>
          <a:spcPct val="0"/>
        </a:spcAft>
        <a:buNone/>
        <a:defRPr sz="15808">
          <a:solidFill>
            <a:schemeClr val="tx2"/>
          </a:solidFill>
          <a:latin typeface="Arial"/>
          <a:ea typeface="Arial"/>
          <a:cs typeface="Arial"/>
        </a:defRPr>
      </a:lvl8pPr>
      <a:lvl9pPr xmlns:a="http://schemas.openxmlformats.org/drawingml/2006/main" marL="5162337" algn="ctr" defTabSz="3262310">
        <a:spcBef>
          <a:spcPct val="0"/>
        </a:spcBef>
        <a:spcAft>
          <a:spcPct val="0"/>
        </a:spcAft>
        <a:buNone/>
        <a:defRPr sz="15808">
          <a:solidFill>
            <a:schemeClr val="tx2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L="1222375" indent="-1222375" algn="l" defTabSz="3260725">
        <a:spcBef>
          <a:spcPct val="20000"/>
        </a:spcBef>
        <a:spcAft>
          <a:spcPct val="0"/>
        </a:spcAft>
        <a:buChar char="•"/>
        <a:defRPr sz="1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2652713" indent="-1020763" algn="l" defTabSz="3260725">
        <a:spcBef>
          <a:spcPct val="20000"/>
        </a:spcBef>
        <a:spcAft>
          <a:spcPct val="0"/>
        </a:spcAft>
        <a:buChar char="–"/>
        <a:defRPr sz="101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4076700" indent="-814388" algn="l" defTabSz="3260725">
        <a:spcBef>
          <a:spcPct val="20000"/>
        </a:spcBef>
        <a:spcAft>
          <a:spcPct val="0"/>
        </a:spcAft>
        <a:buChar char="•"/>
        <a:defRPr sz="8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5713413" indent="-819150" algn="l" defTabSz="3260725">
        <a:spcBef>
          <a:spcPct val="20000"/>
        </a:spcBef>
        <a:spcAft>
          <a:spcPct val="0"/>
        </a:spcAft>
        <a:buChar char="–"/>
        <a:defRPr sz="7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7339013" indent="-814388" algn="l" defTabSz="3260725">
        <a:spcBef>
          <a:spcPct val="20000"/>
        </a:spcBef>
        <a:spcAft>
          <a:spcPct val="0"/>
        </a:spcAft>
        <a:buChar char="»"/>
        <a:defRPr sz="7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8630782" indent="-815577" algn="l" defTabSz="3262310">
        <a:spcBef>
          <a:spcPct val="20000"/>
        </a:spcBef>
        <a:spcAft>
          <a:spcPct val="0"/>
        </a:spcAft>
        <a:buChar char="»"/>
        <a:defRPr sz="7057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9921366" indent="-815577" algn="l" defTabSz="3262310">
        <a:spcBef>
          <a:spcPct val="20000"/>
        </a:spcBef>
        <a:spcAft>
          <a:spcPct val="0"/>
        </a:spcAft>
        <a:buChar char="»"/>
        <a:defRPr sz="7057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11211950" indent="-815577" algn="l" defTabSz="3262310">
        <a:spcBef>
          <a:spcPct val="20000"/>
        </a:spcBef>
        <a:spcAft>
          <a:spcPct val="0"/>
        </a:spcAft>
        <a:buChar char="»"/>
        <a:defRPr sz="7057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12502534" indent="-815577" algn="l" defTabSz="3262310">
        <a:spcBef>
          <a:spcPct val="20000"/>
        </a:spcBef>
        <a:spcAft>
          <a:spcPct val="0"/>
        </a:spcAft>
        <a:buChar char="»"/>
        <a:defRPr sz="7057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1290584">
        <a:buNone/>
        <a:defRPr sz="5081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1290584" algn="l" defTabSz="1290584">
        <a:buNone/>
        <a:defRPr sz="5081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2581168" algn="l" defTabSz="1290584">
        <a:buNone/>
        <a:defRPr sz="5081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3871752" algn="l" defTabSz="1290584">
        <a:buNone/>
        <a:defRPr sz="5081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5162337" algn="l" defTabSz="1290584">
        <a:buNone/>
        <a:defRPr sz="5081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6452921" algn="l" defTabSz="1290584">
        <a:buNone/>
        <a:defRPr sz="5081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7743505" algn="l" defTabSz="1290584">
        <a:buNone/>
        <a:defRPr sz="5081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9034089" algn="l" defTabSz="1290584">
        <a:buNone/>
        <a:defRPr sz="5081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10324673" algn="l" defTabSz="1290584">
        <a:buNone/>
        <a:defRPr sz="5081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Default Design 1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edf49b4a85f446f" /><Relationship Type="http://schemas.openxmlformats.org/officeDocument/2006/relationships/image" Target="/ppt/media/image.png" Id="Rc7226c8fcbba4c3d" /><Relationship Type="http://schemas.openxmlformats.org/officeDocument/2006/relationships/image" Target="/ppt/media/image2.png" Id="R9350a78eff9d4db9" /><Relationship Type="http://schemas.openxmlformats.org/officeDocument/2006/relationships/image" Target="/ppt/media/image3.png" Id="R29b2f0bbdb0c4ce0" /><Relationship Type="http://schemas.openxmlformats.org/officeDocument/2006/relationships/image" Target="/ppt/media/image4.png" Id="Rcb7cd4855f5c48de" /><Relationship Type="http://schemas.openxmlformats.org/officeDocument/2006/relationships/image" Target="/ppt/media/image5.png" Id="R6d7bf24421794ec6" /><Relationship Type="http://schemas.openxmlformats.org/officeDocument/2006/relationships/image" Target="/ppt/media/image6.png" Id="Rda4311979b7646cf" /><Relationship Type="http://schemas.openxmlformats.org/officeDocument/2006/relationships/image" Target="/ppt/media/image7.png" Id="Ra717ab67737d4009" /><Relationship Type="http://schemas.openxmlformats.org/officeDocument/2006/relationships/image" Target="/ppt/media/image8.png" Id="Ra4cf05863a65443f" /><Relationship Type="http://schemas.openxmlformats.org/officeDocument/2006/relationships/image" Target="/ppt/media/image9.png" Id="R33a642fdcdbc4d9e" /><Relationship Type="http://schemas.openxmlformats.org/officeDocument/2006/relationships/image" Target="/ppt/media/image10.png" Id="R93e2fce0c76e4357" /><Relationship Type="http://schemas.openxmlformats.org/officeDocument/2006/relationships/image" Target="/ppt/media/image11.png" Id="Rc0dc40d83a404b6d" /><Relationship Type="http://schemas.openxmlformats.org/officeDocument/2006/relationships/image" Target="/ppt/media/image12.png" Id="R3c339897eee5483f" /><Relationship Type="http://schemas.openxmlformats.org/officeDocument/2006/relationships/notesSlide" Target="/ppt/notesSlides/notesSlide1.xml" Id="R70389b4a7aaa4475" /></Relationships>
</file>

<file path=ppt/slides/slide1.xml><?xml version="1.0" encoding="utf-8"?>
<p:sld xmlns:a="http://schemas.openxmlformats.org/drawingml/2006/main" xmlns:ns2="http://schemas.microsoft.com/office/drawing/2014/main" xmlns:ns3="http://schemas.openxmlformats.org/officeDocument/2006/relationships" xmlns:ns4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4" name="TextBox 3">
            <a:extLst>
              <a:ext uri="{FF2B5EF4-FFF2-40B4-BE49-F238E27FC236}">
                <ns2:creationId id="{953F0A63-7DBA-4862-8ADB-634BE2082DC4}"/>
              </a:ext>
            </a:extLst>
          </p:cNvPr>
          <p:cNvSpPr>
            <a:spLocks noGrp="1"/>
          </p:cNvSpPr>
          <p:nvPr/>
        </p:nvSpPr>
        <p:spPr>
          <a:xfrm>
            <a:off x="8436429" y="0"/>
            <a:ext cx="26974800" cy="32918400"/>
          </a:xfrm>
          <a:prstGeom prst="rect">
            <a:avLst/>
          </a:prstGeom>
          <a:solidFill>
            <a:srgbClr val="20425A"/>
          </a:solidFill>
        </p:spPr>
        <p:txBody>
          <a:bodyPr wrap="square">
            <a:spAutoFit/>
          </a:bodyPr>
          <a:lstStyle/>
          <a:p/>
        </p:txBody>
      </p:sp>
      <p:sp>
        <p:nvSpPr>
          <p:cNvPr id="5" name="Title 4">
            <a:extLst>
              <a:ext uri="{FF2B5EF4-FFF2-40B4-BE49-F238E27FC236}">
                <ns2:creationId id="{E2B6D61B-B0C1-41B4-91D3-8A4338C302FE}"/>
              </a:ext>
            </a:extLst>
          </p:cNvPr>
          <p:cNvSpPr>
            <a:spLocks noGrp="1"/>
          </p:cNvSpPr>
          <p:nvPr/>
        </p:nvSpPr>
        <p:spPr>
          <a:xfrm>
            <a:off x="8436429" y="5700000"/>
            <a:ext cx="26974800" cy="3700000"/>
          </a:xfrm>
          <a:prstGeom prst="rect">
            <a:avLst/>
          </a:prstGeom>
        </p:spPr>
        <p:txBody>
          <a:bodyPr vert="horz" lIns="914400" rIns="914400" anchor="t" wrap="square">
            <a:noAutofit/>
          </a:bodyPr>
          <a:lstStyle>
            <a:lvl1pPr algn="ctr" defTabSz="3260725">
              <a:spcBef>
                <a:spcPct val="0"/>
              </a:spcBef>
              <a:spcAft>
                <a:spcPct val="0"/>
              </a:spcAft>
              <a:buNone/>
              <a:defRPr sz="15800">
                <a:solidFill>
                  <a:schemeClr val="tx2"/>
                </a:solidFill>
                <a:latin typeface="+mj-lt"/>
                <a:ea typeface="+mj-lt"/>
                <a:cs typeface="+mj-lt"/>
              </a:defRPr>
            </a:lvl1pPr>
            <a:lvl2pPr algn="ctr" defTabSz="3260725">
              <a:spcBef>
                <a:spcPct val="0"/>
              </a:spcBef>
              <a:spcAft>
                <a:spcPct val="0"/>
              </a:spcAft>
              <a:buNone/>
              <a:defRPr sz="158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2pPr>
            <a:lvl3pPr algn="ctr" defTabSz="3260725">
              <a:spcBef>
                <a:spcPct val="0"/>
              </a:spcBef>
              <a:spcAft>
                <a:spcPct val="0"/>
              </a:spcAft>
              <a:buNone/>
              <a:defRPr sz="158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3pPr>
            <a:lvl4pPr algn="ctr" defTabSz="3260725">
              <a:spcBef>
                <a:spcPct val="0"/>
              </a:spcBef>
              <a:spcAft>
                <a:spcPct val="0"/>
              </a:spcAft>
              <a:buNone/>
              <a:defRPr sz="158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4pPr>
            <a:lvl5pPr algn="ctr" defTabSz="3260725">
              <a:spcBef>
                <a:spcPct val="0"/>
              </a:spcBef>
              <a:spcAft>
                <a:spcPct val="0"/>
              </a:spcAft>
              <a:buNone/>
              <a:defRPr sz="158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5pPr>
            <a:lvl6pPr marL="1290584" algn="ctr" defTabSz="3262310">
              <a:spcBef>
                <a:spcPct val="0"/>
              </a:spcBef>
              <a:spcAft>
                <a:spcPct val="0"/>
              </a:spcAft>
              <a:buNone/>
              <a:defRPr sz="15808">
                <a:solidFill>
                  <a:schemeClr val="tx2"/>
                </a:solidFill>
                <a:latin typeface="Arial"/>
                <a:ea typeface="Arial"/>
                <a:cs typeface="Arial"/>
              </a:defRPr>
            </a:lvl6pPr>
            <a:lvl7pPr marL="2581168" algn="ctr" defTabSz="3262310">
              <a:spcBef>
                <a:spcPct val="0"/>
              </a:spcBef>
              <a:spcAft>
                <a:spcPct val="0"/>
              </a:spcAft>
              <a:buNone/>
              <a:defRPr sz="15808">
                <a:solidFill>
                  <a:schemeClr val="tx2"/>
                </a:solidFill>
                <a:latin typeface="Arial"/>
                <a:ea typeface="Arial"/>
                <a:cs typeface="Arial"/>
              </a:defRPr>
            </a:lvl7pPr>
            <a:lvl8pPr marL="3871752" algn="ctr" defTabSz="3262310">
              <a:spcBef>
                <a:spcPct val="0"/>
              </a:spcBef>
              <a:spcAft>
                <a:spcPct val="0"/>
              </a:spcAft>
              <a:buNone/>
              <a:defRPr sz="15808">
                <a:solidFill>
                  <a:schemeClr val="tx2"/>
                </a:solidFill>
                <a:latin typeface="Arial"/>
                <a:ea typeface="Arial"/>
                <a:cs typeface="Arial"/>
              </a:defRPr>
            </a:lvl8pPr>
            <a:lvl9pPr marL="5162337" algn="ctr" defTabSz="3262310">
              <a:spcBef>
                <a:spcPct val="0"/>
              </a:spcBef>
              <a:spcAft>
                <a:spcPct val="0"/>
              </a:spcAft>
              <a:buNone/>
              <a:defRPr sz="15808">
                <a:solidFill>
                  <a:schemeClr val="tx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/>
            <a:r>
              <a:rPr sz="3100" b="1" i="0">
                <a:latin typeface="Arial"/>
                <a:ea typeface="Arial"/>
                <a:cs typeface="Arial"/>
                <a:solidFill>
                  <a:srgbClr val="FFFFFF"/>
                </a:solidFill>
              </a:rPr>
              <a:t>Diagnóstico de asma aumentou; controle e acesso</a:t>
            </a:r>
            <a:endParaRPr/>
          </a:p>
          <a:p>
            <a:pPr algn="ctr"/>
            <a:r>
              <a:rPr sz="3100" b="0" i="0">
                <a:latin typeface="Arial"/>
                <a:ea typeface="Arial"/>
                <a:cs typeface="Arial"/>
                <a:solidFill>
                  <a:srgbClr val="FFFFFF"/>
                </a:solidFill>
              </a:rPr>
              <a:t>terapêutico não acompanharam na mesma proporção</a:t>
            </a:r>
            <a:endParaRPr/>
          </a:p>
        </p:txBody>
      </p:sp>
      <p:sp>
        <p:nvSpPr>
          <p:cNvPr id="11" name="Graphic 7">
            <a:extLst>
              <a:ext uri="{FF2B5EF4-FFF2-40B4-BE49-F238E27FC236}">
                <ns2:creationId id="{6A914F07-9B81-4F27-AA77-A20809DD98D8}"/>
              </a:ext>
            </a:extLst>
          </p:cNvPr>
          <p:cNvSpPr>
            <a:spLocks noGrp="1"/>
          </p:cNvSpPr>
          <p:nvPr/>
        </p:nvSpPr>
        <p:spPr>
          <a:xfrm>
            <a:off x="17812662" y="25909266"/>
            <a:ext cx="1117158" cy="1932381"/>
          </a:xfrm>
          <a:custGeom>
            <a:gdLst>
              <a:gd name="connsiteX0" fmla="*/ 321256 w 2089376"/>
              <a:gd name="connsiteY0" fmla="*/ 0 h 3614056"/>
              <a:gd name="connsiteX1" fmla="*/ 0 w 2089376"/>
              <a:gd name="connsiteY1" fmla="*/ 321256 h 3614056"/>
              <a:gd name="connsiteX2" fmla="*/ 0 w 2089376"/>
              <a:gd name="connsiteY2" fmla="*/ 3292801 h 3614056"/>
              <a:gd name="connsiteX3" fmla="*/ 321256 w 2089376"/>
              <a:gd name="connsiteY3" fmla="*/ 3614057 h 3614056"/>
              <a:gd name="connsiteX4" fmla="*/ 1815047 w 2089376"/>
              <a:gd name="connsiteY4" fmla="*/ 3614057 h 3614056"/>
              <a:gd name="connsiteX5" fmla="*/ 2136303 w 2089376"/>
              <a:gd name="connsiteY5" fmla="*/ 3292801 h 3614056"/>
              <a:gd name="connsiteX6" fmla="*/ 2136303 w 2089376"/>
              <a:gd name="connsiteY6" fmla="*/ 321256 h 3614056"/>
              <a:gd name="connsiteX7" fmla="*/ 1815047 w 2089376"/>
              <a:gd name="connsiteY7" fmla="*/ 0 h 3614056"/>
              <a:gd name="connsiteX8" fmla="*/ 321256 w 2089376"/>
              <a:gd name="connsiteY8" fmla="*/ 0 h 3614056"/>
              <a:gd name="connsiteX9" fmla="*/ 889115 w 2089376"/>
              <a:gd name="connsiteY9" fmla="*/ 309397 h 3614056"/>
              <a:gd name="connsiteX10" fmla="*/ 1247302 w 2089376"/>
              <a:gd name="connsiteY10" fmla="*/ 309397 h 3614056"/>
              <a:gd name="connsiteX11" fmla="*/ 1289936 w 2089376"/>
              <a:gd name="connsiteY11" fmla="*/ 369650 h 3614056"/>
              <a:gd name="connsiteX12" fmla="*/ 1247302 w 2089376"/>
              <a:gd name="connsiteY12" fmla="*/ 429903 h 3614056"/>
              <a:gd name="connsiteX13" fmla="*/ 889115 w 2089376"/>
              <a:gd name="connsiteY13" fmla="*/ 429903 h 3614056"/>
              <a:gd name="connsiteX14" fmla="*/ 846480 w 2089376"/>
              <a:gd name="connsiteY14" fmla="*/ 369650 h 3614056"/>
              <a:gd name="connsiteX15" fmla="*/ 889115 w 2089376"/>
              <a:gd name="connsiteY15" fmla="*/ 309397 h 3614056"/>
              <a:gd name="connsiteX16" fmla="*/ 176468 w 2089376"/>
              <a:gd name="connsiteY16" fmla="*/ 738905 h 3614056"/>
              <a:gd name="connsiteX17" fmla="*/ 1959892 w 2089376"/>
              <a:gd name="connsiteY17" fmla="*/ 738905 h 3614056"/>
              <a:gd name="connsiteX18" fmla="*/ 1959892 w 2089376"/>
              <a:gd name="connsiteY18" fmla="*/ 2875208 h 3614056"/>
              <a:gd name="connsiteX19" fmla="*/ 176468 w 2089376"/>
              <a:gd name="connsiteY19" fmla="*/ 2875208 h 3614056"/>
              <a:gd name="connsiteX20" fmla="*/ 176468 w 2089376"/>
              <a:gd name="connsiteY20" fmla="*/ 738905 h 3614056"/>
              <a:gd name="connsiteX21" fmla="*/ 1068180 w 2089376"/>
              <a:gd name="connsiteY21" fmla="*/ 3045747 h 3614056"/>
              <a:gd name="connsiteX22" fmla="*/ 1068180 w 2089376"/>
              <a:gd name="connsiteY22" fmla="*/ 3045747 h 3614056"/>
              <a:gd name="connsiteX23" fmla="*/ 1267066 w 2089376"/>
              <a:gd name="connsiteY23" fmla="*/ 3244633 h 3614056"/>
              <a:gd name="connsiteX24" fmla="*/ 1267066 w 2089376"/>
              <a:gd name="connsiteY24" fmla="*/ 3244633 h 3614056"/>
              <a:gd name="connsiteX25" fmla="*/ 1267066 w 2089376"/>
              <a:gd name="connsiteY25" fmla="*/ 3244633 h 3614056"/>
              <a:gd name="connsiteX26" fmla="*/ 1267066 w 2089376"/>
              <a:gd name="connsiteY26" fmla="*/ 3244633 h 3614056"/>
              <a:gd name="connsiteX27" fmla="*/ 1068180 w 2089376"/>
              <a:gd name="connsiteY27" fmla="*/ 3443519 h 3614056"/>
              <a:gd name="connsiteX28" fmla="*/ 1068180 w 2089376"/>
              <a:gd name="connsiteY28" fmla="*/ 3443519 h 3614056"/>
              <a:gd name="connsiteX29" fmla="*/ 1068180 w 2089376"/>
              <a:gd name="connsiteY29" fmla="*/ 3443519 h 3614056"/>
              <a:gd name="connsiteX30" fmla="*/ 1068180 w 2089376"/>
              <a:gd name="connsiteY30" fmla="*/ 3443519 h 3614056"/>
              <a:gd name="connsiteX31" fmla="*/ 869294 w 2089376"/>
              <a:gd name="connsiteY31" fmla="*/ 3244633 h 3614056"/>
              <a:gd name="connsiteX32" fmla="*/ 869294 w 2089376"/>
              <a:gd name="connsiteY32" fmla="*/ 3244633 h 3614056"/>
              <a:gd name="connsiteX33" fmla="*/ 869294 w 2089376"/>
              <a:gd name="connsiteY33" fmla="*/ 3244633 h 3614056"/>
              <a:gd name="connsiteX34" fmla="*/ 869294 w 2089376"/>
              <a:gd name="connsiteY34" fmla="*/ 3244633 h 3614056"/>
              <a:gd name="connsiteX35" fmla="*/ 1068180 w 2089376"/>
              <a:gd name="connsiteY35" fmla="*/ 3045747 h 3614056"/>
              <a:gd name="connsiteX36" fmla="*/ 1068180 w 2089376"/>
              <a:gd name="connsiteY36" fmla="*/ 3045747 h 3614056"/>
              <a:gd name="connsiteX37" fmla="*/ 1068180 w 2089376"/>
              <a:gd name="connsiteY37" fmla="*/ 3045747 h 3614056"/>
            </a:gdLst>
            <a:rect l="l" t="t" r="r" b="b"/>
            <a:pathLst>
              <a:path w="2089376" h="3614056">
                <a:moveTo>
                  <a:pt x="321256" y="0"/>
                </a:moveTo>
                <a:cubicBezTo>
                  <a:pt x="144562" y="0"/>
                  <a:pt x="0" y="144562"/>
                  <a:pt x="0" y="321256"/>
                </a:cubicBezTo>
                <a:lnTo>
                  <a:pt x="0" y="3292801"/>
                </a:lnTo>
                <a:cubicBezTo>
                  <a:pt x="0" y="3469495"/>
                  <a:pt x="144562" y="3614057"/>
                  <a:pt x="321256" y="3614057"/>
                </a:cubicBezTo>
                <a:lnTo>
                  <a:pt x="1815047" y="3614057"/>
                </a:lnTo>
                <a:cubicBezTo>
                  <a:pt x="1991741" y="3614057"/>
                  <a:pt x="2136303" y="3469495"/>
                  <a:pt x="2136303" y="3292801"/>
                </a:cubicBezTo>
                <a:lnTo>
                  <a:pt x="2136303" y="321256"/>
                </a:lnTo>
                <a:cubicBezTo>
                  <a:pt x="2136303" y="144562"/>
                  <a:pt x="1991741" y="0"/>
                  <a:pt x="1815047" y="0"/>
                </a:cubicBezTo>
                <a:lnTo>
                  <a:pt x="321256" y="0"/>
                </a:lnTo>
                <a:close/>
                <a:moveTo>
                  <a:pt x="889115" y="309397"/>
                </a:moveTo>
                <a:lnTo>
                  <a:pt x="1247302" y="309397"/>
                </a:lnTo>
                <a:cubicBezTo>
                  <a:pt x="1270849" y="309397"/>
                  <a:pt x="1289936" y="336390"/>
                  <a:pt x="1289936" y="369650"/>
                </a:cubicBezTo>
                <a:cubicBezTo>
                  <a:pt x="1289936" y="402911"/>
                  <a:pt x="1270849" y="429903"/>
                  <a:pt x="1247302" y="429903"/>
                </a:cubicBezTo>
                <a:lnTo>
                  <a:pt x="889115" y="429903"/>
                </a:lnTo>
                <a:cubicBezTo>
                  <a:pt x="865567" y="429903"/>
                  <a:pt x="846480" y="402911"/>
                  <a:pt x="846480" y="369650"/>
                </a:cubicBezTo>
                <a:cubicBezTo>
                  <a:pt x="846480" y="336390"/>
                  <a:pt x="865567" y="309397"/>
                  <a:pt x="889115" y="309397"/>
                </a:cubicBezTo>
                <a:close/>
                <a:moveTo>
                  <a:pt x="176468" y="738905"/>
                </a:moveTo>
                <a:lnTo>
                  <a:pt x="1959892" y="738905"/>
                </a:lnTo>
                <a:lnTo>
                  <a:pt x="1959892" y="2875208"/>
                </a:lnTo>
                <a:lnTo>
                  <a:pt x="176468" y="2875208"/>
                </a:lnTo>
                <a:lnTo>
                  <a:pt x="176468" y="738905"/>
                </a:lnTo>
                <a:close/>
                <a:moveTo>
                  <a:pt x="1068180" y="3045747"/>
                </a:moveTo>
                <a:cubicBezTo>
                  <a:pt x="1068180" y="3045747"/>
                  <a:pt x="1068180" y="3045747"/>
                  <a:pt x="1068180" y="3045747"/>
                </a:cubicBezTo>
                <a:cubicBezTo>
                  <a:pt x="1178013" y="3045747"/>
                  <a:pt x="1267066" y="3134799"/>
                  <a:pt x="1267066" y="3244633"/>
                </a:cubicBezTo>
                <a:cubicBezTo>
                  <a:pt x="1267066" y="3244633"/>
                  <a:pt x="1267066" y="3244633"/>
                  <a:pt x="1267066" y="3244633"/>
                </a:cubicBezTo>
                <a:lnTo>
                  <a:pt x="1267066" y="3244633"/>
                </a:lnTo>
                <a:cubicBezTo>
                  <a:pt x="1267066" y="3244633"/>
                  <a:pt x="1267066" y="3244633"/>
                  <a:pt x="1267066" y="3244633"/>
                </a:cubicBezTo>
                <a:cubicBezTo>
                  <a:pt x="1267066" y="3354466"/>
                  <a:pt x="1178013" y="3443519"/>
                  <a:pt x="1068180" y="3443519"/>
                </a:cubicBezTo>
                <a:cubicBezTo>
                  <a:pt x="1068180" y="3443519"/>
                  <a:pt x="1068180" y="3443519"/>
                  <a:pt x="1068180" y="3443519"/>
                </a:cubicBezTo>
                <a:lnTo>
                  <a:pt x="1068180" y="3443519"/>
                </a:lnTo>
                <a:cubicBezTo>
                  <a:pt x="1068180" y="3443519"/>
                  <a:pt x="1068180" y="3443519"/>
                  <a:pt x="1068180" y="3443519"/>
                </a:cubicBezTo>
                <a:cubicBezTo>
                  <a:pt x="958346" y="3443519"/>
                  <a:pt x="869294" y="3354466"/>
                  <a:pt x="869294" y="3244633"/>
                </a:cubicBezTo>
                <a:cubicBezTo>
                  <a:pt x="869294" y="3244633"/>
                  <a:pt x="869294" y="3244633"/>
                  <a:pt x="869294" y="3244633"/>
                </a:cubicBezTo>
                <a:lnTo>
                  <a:pt x="869294" y="3244633"/>
                </a:lnTo>
                <a:cubicBezTo>
                  <a:pt x="869294" y="3244633"/>
                  <a:pt x="869294" y="3244633"/>
                  <a:pt x="869294" y="3244633"/>
                </a:cubicBezTo>
                <a:cubicBezTo>
                  <a:pt x="869294" y="3134799"/>
                  <a:pt x="958346" y="3045747"/>
                  <a:pt x="1068180" y="3045747"/>
                </a:cubicBezTo>
                <a:cubicBezTo>
                  <a:pt x="1068180" y="3045747"/>
                  <a:pt x="1068180" y="3045747"/>
                  <a:pt x="1068180" y="3045747"/>
                </a:cubicBezTo>
                <a:lnTo>
                  <a:pt x="1068180" y="3045747"/>
                </a:lnTo>
                <a:close/>
              </a:path>
            </a:pathLst>
          </a:custGeom>
          <a:solidFill>
            <a:srgbClr val="B9D9EB"/>
          </a:solidFill>
          <a:ln w="56406">
            <a:noFill/>
            <a:prstDash val="solid"/>
          </a:ln>
        </p:spPr>
        <p:txBody>
          <a:bodyPr anchor="ctr"/>
          <a:lstStyle/>
          <a:p/>
        </p:txBody>
      </p:sp>
      <p:sp>
        <p:nvSpPr>
          <p:cNvPr id="12" name="TextBox 11">
            <a:extLst>
              <a:ext uri="{FF2B5EF4-FFF2-40B4-BE49-F238E27FC236}">
                <ns2:creationId id="{166E3CCB-B3D7-4851-9F10-196B92FE8D0C}"/>
              </a:ext>
            </a:extLst>
          </p:cNvPr>
          <p:cNvSpPr>
            <a:spLocks noGrp="1"/>
          </p:cNvSpPr>
          <p:nvPr/>
        </p:nvSpPr>
        <p:spPr>
          <a:xfrm>
            <a:off x="19306853" y="25997207"/>
            <a:ext cx="7179897" cy="14056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25" b="0" i="0">
                <a:solidFill>
                  <a:srgbClr val="B9D9EB"/>
                </a:solidFill>
                <a:latin typeface="Arial"/>
                <a:ea typeface="Arial"/>
                <a:cs typeface="Arial"/>
              </a:rPr>
              <a:t>Aponte para acessar</a:t>
            </a:r>
            <a:endParaRPr/>
          </a:p>
          <a:p>
            <a:r>
              <a:rPr sz="2325" b="0" i="0">
                <a:solidFill>
                  <a:srgbClr val="B9D9EB"/>
                </a:solidFill>
                <a:latin typeface="Arial"/>
                <a:ea typeface="Arial"/>
                <a:cs typeface="Arial"/>
              </a:rPr>
              <a:t>o relatório metodológico</a:t>
            </a:r>
            <a:endParaRPr/>
          </a:p>
        </p:txBody>
      </p:sp>
      <p:cxnSp>
        <p:nvCxnSpPr>
          <p:cNvPr id="124" name="Straight Arrow Connector 12"/>
          <p:cNvCxnSpPr/>
          <p:nvPr/>
        </p:nvCxnSpPr>
        <p:spPr>
          <a:xfrm flipH="1">
            <a:off x="16574285" y="26803752"/>
            <a:ext cx="1153301" cy="0"/>
          </a:xfrm>
          <a:prstGeom prst="straightConnector1">
            <a:avLst/>
          </a:prstGeom>
          <a:ln w="66675">
            <a:solidFill>
              <a:srgbClr val="B9D9EB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ns2:creationId id="{613982A0-69CB-45AD-A5F2-E7F4BB7E86EB}"/>
              </a:ext>
            </a:extLst>
          </p:cNvPr>
          <p:cNvSpPr>
            <a:spLocks noGrp="1"/>
          </p:cNvSpPr>
          <p:nvPr/>
        </p:nvSpPr>
        <p:spPr>
          <a:xfrm>
            <a:off x="-1" y="0"/>
            <a:ext cx="8436429" cy="32918400"/>
          </a:xfrm>
          <a:prstGeom prst="rect">
            <a:avLst/>
          </a:prstGeom>
          <a:solidFill>
            <a:schemeClr val="bg1"/>
          </a:soli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marR="0" indent="0" algn="l" defTabSz="2665413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</a:p>
        </p:txBody>
      </p:sp>
      <p:sp>
        <p:nvSpPr>
          <p:cNvPr id="17" name="Rectangle 16">
            <a:extLst>
              <a:ext uri="{FF2B5EF4-FFF2-40B4-BE49-F238E27FC236}">
                <ns2:creationId id="{3E20FE60-407F-4C94-8E81-E6399E6D12A5}"/>
              </a:ext>
            </a:extLst>
          </p:cNvPr>
          <p:cNvSpPr>
            <a:spLocks noGrp="1"/>
          </p:cNvSpPr>
          <p:nvPr/>
        </p:nvSpPr>
        <p:spPr>
          <a:xfrm>
            <a:off x="35411229" y="0"/>
            <a:ext cx="8436429" cy="32918400"/>
          </a:xfrm>
          <a:prstGeom prst="rect">
            <a:avLst/>
          </a:prstGeom>
          <a:solidFill>
            <a:schemeClr val="bg1"/>
          </a:soli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marR="0" indent="0" algn="l" defTabSz="2665413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</a:p>
        </p:txBody>
      </p:sp>
      <p:pic>
        <p:nvPicPr>
          <p:cNvPr id="127" name="Picture 19"/>
          <p:cNvPicPr>
            <a:picLocks noChangeAspect="1"/>
          </p:cNvPicPr>
          <p:nvPr/>
        </p:nvPicPr>
        <p:blipFill>
          <a:blip ns3:embed="Rc7226c8fcbba4c3d"/>
          <a:stretch>
            <a:fillRect l="0" t="0" r="0" b="0"/>
          </a:stretch>
        </p:blipFill>
        <p:spPr>
          <a:xfrm>
            <a:off x="36419038" y="29678799"/>
            <a:ext cx="2810933" cy="2294467"/>
          </a:xfrm>
          <a:prstGeom prst="rect">
            <a:avLst/>
          </a:prstGeom>
        </p:spPr>
      </p:pic>
      <p:sp>
        <p:nvSpPr>
          <p:cNvPr id="21" name="Graphic 18">
            <a:extLst>
              <a:ext uri="{FF2B5EF4-FFF2-40B4-BE49-F238E27FC236}">
                <ns2:creationId id="{DF6CD646-5E36-42FB-96E3-FEB08C25F063}"/>
              </a:ext>
            </a:extLst>
          </p:cNvPr>
          <p:cNvSpPr>
            <a:spLocks noGrp="1"/>
          </p:cNvSpPr>
          <p:nvPr/>
        </p:nvSpPr>
        <p:spPr>
          <a:xfrm rot="0" flipH="0" flipV="0">
            <a:off x="561452" y="7489285"/>
            <a:ext cx="320382" cy="297952"/>
          </a:xfrm>
          <a:custGeom>
            <a:gdLst>
              <a:gd name="connsiteX0" fmla="*/ 310594 w 327663"/>
              <a:gd name="connsiteY0" fmla="*/ 219906 h 335196"/>
              <a:gd name="connsiteX1" fmla="*/ 246568 w 327663"/>
              <a:gd name="connsiteY1" fmla="*/ 176217 h 335196"/>
              <a:gd name="connsiteX2" fmla="*/ 212295 w 327663"/>
              <a:gd name="connsiteY2" fmla="*/ 176217 h 335196"/>
              <a:gd name="connsiteX3" fmla="*/ 165217 w 327663"/>
              <a:gd name="connsiteY3" fmla="*/ 189022 h 335196"/>
              <a:gd name="connsiteX4" fmla="*/ 118138 w 327663"/>
              <a:gd name="connsiteY4" fmla="*/ 176217 h 335196"/>
              <a:gd name="connsiteX5" fmla="*/ 83866 w 327663"/>
              <a:gd name="connsiteY5" fmla="*/ 176217 h 335196"/>
              <a:gd name="connsiteX6" fmla="*/ 19839 w 327663"/>
              <a:gd name="connsiteY6" fmla="*/ 219906 h 335196"/>
              <a:gd name="connsiteX7" fmla="*/ 1385 w 327663"/>
              <a:gd name="connsiteY7" fmla="*/ 299750 h 335196"/>
              <a:gd name="connsiteX8" fmla="*/ 165970 w 327663"/>
              <a:gd name="connsiteY8" fmla="*/ 335529 h 335196"/>
              <a:gd name="connsiteX9" fmla="*/ 329802 w 327663"/>
              <a:gd name="connsiteY9" fmla="*/ 299750 h 335196"/>
              <a:gd name="connsiteX10" fmla="*/ 310594 w 327663"/>
              <a:gd name="connsiteY10" fmla="*/ 219906 h 335196"/>
              <a:gd name="connsiteX11" fmla="*/ 165593 w 327663"/>
              <a:gd name="connsiteY11" fmla="*/ 154749 h 335196"/>
              <a:gd name="connsiteX12" fmla="*/ 242425 w 327663"/>
              <a:gd name="connsiteY12" fmla="*/ 77918 h 335196"/>
              <a:gd name="connsiteX13" fmla="*/ 165593 w 327663"/>
              <a:gd name="connsiteY13" fmla="*/ 1086 h 335196"/>
              <a:gd name="connsiteX14" fmla="*/ 88762 w 327663"/>
              <a:gd name="connsiteY14" fmla="*/ 77918 h 335196"/>
              <a:gd name="connsiteX15" fmla="*/ 165593 w 327663"/>
              <a:gd name="connsiteY15" fmla="*/ 154749 h 335196"/>
            </a:gdLst>
            <a:rect l="l" t="t" r="r" b="b"/>
            <a:pathLst>
              <a:path w="327663" h="335196">
                <a:moveTo>
                  <a:pt x="310594" y="219906"/>
                </a:moveTo>
                <a:cubicBezTo>
                  <a:pt x="287243" y="179983"/>
                  <a:pt x="246568" y="176217"/>
                  <a:pt x="246568" y="176217"/>
                </a:cubicBezTo>
                <a:lnTo>
                  <a:pt x="212295" y="176217"/>
                </a:lnTo>
                <a:cubicBezTo>
                  <a:pt x="198360" y="184126"/>
                  <a:pt x="182541" y="189022"/>
                  <a:pt x="165217" y="189022"/>
                </a:cubicBezTo>
                <a:cubicBezTo>
                  <a:pt x="147892" y="189022"/>
                  <a:pt x="132074" y="184503"/>
                  <a:pt x="118138" y="176217"/>
                </a:cubicBezTo>
                <a:lnTo>
                  <a:pt x="83866" y="176217"/>
                </a:lnTo>
                <a:cubicBezTo>
                  <a:pt x="83866" y="176217"/>
                  <a:pt x="43190" y="179983"/>
                  <a:pt x="19839" y="219906"/>
                </a:cubicBezTo>
                <a:cubicBezTo>
                  <a:pt x="-2758" y="259828"/>
                  <a:pt x="1385" y="299750"/>
                  <a:pt x="1385" y="299750"/>
                </a:cubicBezTo>
                <a:cubicBezTo>
                  <a:pt x="1385" y="299750"/>
                  <a:pt x="37164" y="335529"/>
                  <a:pt x="165970" y="335529"/>
                </a:cubicBezTo>
                <a:cubicBezTo>
                  <a:pt x="294776" y="335529"/>
                  <a:pt x="329802" y="299750"/>
                  <a:pt x="329802" y="299750"/>
                </a:cubicBezTo>
                <a:cubicBezTo>
                  <a:pt x="329802" y="299750"/>
                  <a:pt x="333945" y="259828"/>
                  <a:pt x="310594" y="219906"/>
                </a:cubicBezTo>
                <a:close/>
                <a:moveTo>
                  <a:pt x="165593" y="154749"/>
                </a:moveTo>
                <a:cubicBezTo>
                  <a:pt x="208152" y="154749"/>
                  <a:pt x="242425" y="120477"/>
                  <a:pt x="242425" y="77918"/>
                </a:cubicBezTo>
                <a:cubicBezTo>
                  <a:pt x="242425" y="35359"/>
                  <a:pt x="208152" y="1086"/>
                  <a:pt x="165593" y="1086"/>
                </a:cubicBezTo>
                <a:cubicBezTo>
                  <a:pt x="123035" y="1086"/>
                  <a:pt x="88762" y="35736"/>
                  <a:pt x="88762" y="77918"/>
                </a:cubicBezTo>
                <a:cubicBezTo>
                  <a:pt x="88762" y="120477"/>
                  <a:pt x="123035" y="154749"/>
                  <a:pt x="165593" y="154749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  <a:ln w="3663">
            <a:noFill/>
            <a:prstDash val="solid"/>
          </a:ln>
        </p:spPr>
        <p:txBody>
          <a:bodyPr anchor="ctr"/>
          <a:lstStyle/>
          <a:p/>
        </p:txBody>
      </p:sp>
      <p:sp>
        <p:nvSpPr>
          <p:cNvPr id="24" name="Graphic 18">
            <a:extLst>
              <a:ext uri="{FF2B5EF4-FFF2-40B4-BE49-F238E27FC236}">
                <ns2:creationId id="{1726A8DA-9186-4C79-926E-2D1215AE14D2}"/>
              </a:ext>
            </a:extLst>
          </p:cNvPr>
          <p:cNvSpPr>
            <a:spLocks noGrp="1"/>
          </p:cNvSpPr>
          <p:nvPr/>
        </p:nvSpPr>
        <p:spPr>
          <a:xfrm>
            <a:off x="36419038" y="26632748"/>
            <a:ext cx="320382" cy="297952"/>
          </a:xfrm>
          <a:custGeom>
            <a:gdLst>
              <a:gd name="connsiteX0" fmla="*/ 310594 w 327663"/>
              <a:gd name="connsiteY0" fmla="*/ 219906 h 335196"/>
              <a:gd name="connsiteX1" fmla="*/ 246568 w 327663"/>
              <a:gd name="connsiteY1" fmla="*/ 176217 h 335196"/>
              <a:gd name="connsiteX2" fmla="*/ 212295 w 327663"/>
              <a:gd name="connsiteY2" fmla="*/ 176217 h 335196"/>
              <a:gd name="connsiteX3" fmla="*/ 165217 w 327663"/>
              <a:gd name="connsiteY3" fmla="*/ 189022 h 335196"/>
              <a:gd name="connsiteX4" fmla="*/ 118138 w 327663"/>
              <a:gd name="connsiteY4" fmla="*/ 176217 h 335196"/>
              <a:gd name="connsiteX5" fmla="*/ 83866 w 327663"/>
              <a:gd name="connsiteY5" fmla="*/ 176217 h 335196"/>
              <a:gd name="connsiteX6" fmla="*/ 19839 w 327663"/>
              <a:gd name="connsiteY6" fmla="*/ 219906 h 335196"/>
              <a:gd name="connsiteX7" fmla="*/ 1385 w 327663"/>
              <a:gd name="connsiteY7" fmla="*/ 299750 h 335196"/>
              <a:gd name="connsiteX8" fmla="*/ 165970 w 327663"/>
              <a:gd name="connsiteY8" fmla="*/ 335529 h 335196"/>
              <a:gd name="connsiteX9" fmla="*/ 329802 w 327663"/>
              <a:gd name="connsiteY9" fmla="*/ 299750 h 335196"/>
              <a:gd name="connsiteX10" fmla="*/ 310594 w 327663"/>
              <a:gd name="connsiteY10" fmla="*/ 219906 h 335196"/>
              <a:gd name="connsiteX11" fmla="*/ 165593 w 327663"/>
              <a:gd name="connsiteY11" fmla="*/ 154749 h 335196"/>
              <a:gd name="connsiteX12" fmla="*/ 242425 w 327663"/>
              <a:gd name="connsiteY12" fmla="*/ 77918 h 335196"/>
              <a:gd name="connsiteX13" fmla="*/ 165593 w 327663"/>
              <a:gd name="connsiteY13" fmla="*/ 1086 h 335196"/>
              <a:gd name="connsiteX14" fmla="*/ 88762 w 327663"/>
              <a:gd name="connsiteY14" fmla="*/ 77918 h 335196"/>
              <a:gd name="connsiteX15" fmla="*/ 165593 w 327663"/>
              <a:gd name="connsiteY15" fmla="*/ 154749 h 335196"/>
            </a:gdLst>
            <a:rect l="l" t="t" r="r" b="b"/>
            <a:pathLst>
              <a:path w="327663" h="335196">
                <a:moveTo>
                  <a:pt x="310594" y="219906"/>
                </a:moveTo>
                <a:cubicBezTo>
                  <a:pt x="287243" y="179983"/>
                  <a:pt x="246568" y="176217"/>
                  <a:pt x="246568" y="176217"/>
                </a:cubicBezTo>
                <a:lnTo>
                  <a:pt x="212295" y="176217"/>
                </a:lnTo>
                <a:cubicBezTo>
                  <a:pt x="198360" y="184126"/>
                  <a:pt x="182541" y="189022"/>
                  <a:pt x="165217" y="189022"/>
                </a:cubicBezTo>
                <a:cubicBezTo>
                  <a:pt x="147892" y="189022"/>
                  <a:pt x="132074" y="184503"/>
                  <a:pt x="118138" y="176217"/>
                </a:cubicBezTo>
                <a:lnTo>
                  <a:pt x="83866" y="176217"/>
                </a:lnTo>
                <a:cubicBezTo>
                  <a:pt x="83866" y="176217"/>
                  <a:pt x="43190" y="179983"/>
                  <a:pt x="19839" y="219906"/>
                </a:cubicBezTo>
                <a:cubicBezTo>
                  <a:pt x="-2758" y="259828"/>
                  <a:pt x="1385" y="299750"/>
                  <a:pt x="1385" y="299750"/>
                </a:cubicBezTo>
                <a:cubicBezTo>
                  <a:pt x="1385" y="299750"/>
                  <a:pt x="37164" y="335529"/>
                  <a:pt x="165970" y="335529"/>
                </a:cubicBezTo>
                <a:cubicBezTo>
                  <a:pt x="294776" y="335529"/>
                  <a:pt x="329802" y="299750"/>
                  <a:pt x="329802" y="299750"/>
                </a:cubicBezTo>
                <a:cubicBezTo>
                  <a:pt x="329802" y="299750"/>
                  <a:pt x="333945" y="259828"/>
                  <a:pt x="310594" y="219906"/>
                </a:cubicBezTo>
                <a:close/>
                <a:moveTo>
                  <a:pt x="165593" y="154749"/>
                </a:moveTo>
                <a:cubicBezTo>
                  <a:pt x="208152" y="154749"/>
                  <a:pt x="242425" y="120477"/>
                  <a:pt x="242425" y="77918"/>
                </a:cubicBezTo>
                <a:cubicBezTo>
                  <a:pt x="242425" y="35359"/>
                  <a:pt x="208152" y="1086"/>
                  <a:pt x="165593" y="1086"/>
                </a:cubicBezTo>
                <a:cubicBezTo>
                  <a:pt x="123035" y="1086"/>
                  <a:pt x="88762" y="35736"/>
                  <a:pt x="88762" y="77918"/>
                </a:cubicBezTo>
                <a:cubicBezTo>
                  <a:pt x="88762" y="120477"/>
                  <a:pt x="123035" y="154749"/>
                  <a:pt x="165593" y="154749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  <a:ln w="3663">
            <a:noFill/>
            <a:prstDash val="solid"/>
          </a:ln>
        </p:spPr>
        <p:txBody>
          <a:bodyPr anchor="ctr"/>
          <a:lstStyle/>
          <a:p/>
        </p:txBody>
      </p:sp>
      <p:pic>
        <p:nvPicPr>
          <p:cNvPr id="130" name="Imagem 2"/>
          <p:cNvPicPr>
            <a:picLocks noChangeAspect="1"/>
          </p:cNvPicPr>
          <p:nvPr/>
        </p:nvPicPr>
        <p:blipFill>
          <a:blip ns3:embed="R9350a78eff9d4db9"/>
          <a:srcRect l="0" t="0" r="0" b="0"/>
          <a:stretch/>
        </p:blipFill>
        <p:spPr>
          <a:xfrm>
            <a:off x="40237780" y="28882425"/>
            <a:ext cx="3330899" cy="3731175"/>
          </a:xfrm>
          <a:prstGeom prst="rect">
            <a:avLst/>
          </a:prstGeom>
        </p:spPr>
      </p:pic>
      <p:pic>
        <p:nvPicPr>
          <p:cNvPr id="131" name="Imagem 15"/>
          <p:cNvPicPr>
            <a:picLocks noChangeAspect="1"/>
          </p:cNvPicPr>
          <p:nvPr/>
        </p:nvPicPr>
        <p:blipFill>
          <a:blip ns3:embed="R29b2f0bbdb0c4ce0"/>
          <a:srcRect l="0" t="41985" r="50251" b="34197"/>
          <a:stretch/>
        </p:blipFill>
        <p:spPr>
          <a:xfrm rot="0" flipH="1" flipV="0">
            <a:off x="17720847" y="1"/>
            <a:ext cx="17829495" cy="4696690"/>
          </a:xfrm>
          <a:prstGeom prst="rect">
            <a:avLst/>
          </a:prstGeom>
        </p:spPr>
      </p:pic>
      <p:pic>
        <p:nvPicPr>
          <p:cNvPr id="132" name="Imagem 25"/>
          <p:cNvPicPr>
            <a:picLocks noChangeAspect="1"/>
          </p:cNvPicPr>
          <p:nvPr/>
        </p:nvPicPr>
        <p:blipFill>
          <a:blip ns3:embed="R29b2f0bbdb0c4ce0"/>
          <a:srcRect l="0" t="0" r="0" b="0"/>
          <a:stretch/>
        </p:blipFill>
        <p:spPr>
          <a:xfrm rot="0" flipH="0" flipV="0">
            <a:off x="35372905" y="1"/>
            <a:ext cx="8518294" cy="4696690"/>
          </a:xfrm>
          <a:prstGeom prst="rect">
            <a:avLst/>
          </a:prstGeom>
        </p:spPr>
      </p:pic>
      <p:pic>
        <p:nvPicPr>
          <p:cNvPr id="133" name="Imagem 26"/>
          <p:cNvPicPr>
            <a:picLocks noChangeAspect="1"/>
          </p:cNvPicPr>
          <p:nvPr/>
        </p:nvPicPr>
        <p:blipFill>
          <a:blip ns3:embed="R29b2f0bbdb0c4ce0"/>
          <a:srcRect l="0" t="41985" r="50251" b="34197"/>
          <a:stretch/>
        </p:blipFill>
        <p:spPr>
          <a:xfrm rot="10800000" flipH="1" flipV="0">
            <a:off x="0" y="1"/>
            <a:ext cx="17829495" cy="4696690"/>
          </a:xfrm>
          <a:prstGeom prst="rect">
            <a:avLst/>
          </a:prstGeom>
        </p:spPr>
      </p:pic>
      <p:pic>
        <p:nvPicPr>
          <p:cNvPr id="134" name="Imagem 8"/>
          <p:cNvPicPr>
            <a:picLocks noChangeAspect="1"/>
          </p:cNvPicPr>
          <p:nvPr/>
        </p:nvPicPr>
        <p:blipFill>
          <a:blip ns3:embed="Rcb7cd4855f5c48de"/>
          <a:stretch>
            <a:fillRect l="0" t="0" r="0" b="0"/>
          </a:stretch>
        </p:blipFill>
        <p:spPr>
          <a:xfrm rot="0" flipH="0" flipV="0">
            <a:off x="1104807" y="998069"/>
            <a:ext cx="12847803" cy="2658990"/>
          </a:xfrm>
          <a:prstGeom prst="rect">
            <a:avLst/>
          </a:prstGeom>
        </p:spPr>
      </p:pic>
      <p:pic>
        <p:nvPicPr>
          <p:cNvPr id="135" name="Imagem 14"/>
          <p:cNvPicPr>
            <a:picLocks noChangeAspect="1"/>
          </p:cNvPicPr>
          <p:nvPr/>
        </p:nvPicPr>
        <p:blipFill>
          <a:blip ns3:embed="R6d7bf24421794ec6"/>
          <a:srcRect l="0" t="21190" r="0" b="0"/>
          <a:stretch>
            <a:fillRect l="0" t="0" r="0" b="0"/>
          </a:stretch>
        </p:blipFill>
        <p:spPr>
          <a:xfrm rot="0" flipH="0" flipV="0">
            <a:off x="16751300" y="1901593"/>
            <a:ext cx="23686714" cy="1755466"/>
          </a:xfrm>
          <a:prstGeom prst="rect">
            <a:avLst/>
          </a:prstGeom>
        </p:spPr>
      </p:pic>
      <p:pic>
        <p:nvPicPr>
          <p:cNvPr id="136" name="Imagem 30"/>
          <p:cNvPicPr>
            <a:picLocks noChangeAspect="1"/>
          </p:cNvPicPr>
          <p:nvPr/>
        </p:nvPicPr>
        <p:blipFill>
          <a:blip ns3:embed="R29b2f0bbdb0c4ce0"/>
          <a:srcRect l="0" t="41985" r="50251" b="34197"/>
          <a:stretch/>
        </p:blipFill>
        <p:spPr>
          <a:xfrm rot="0" flipH="1" flipV="0">
            <a:off x="17873247" y="152401"/>
            <a:ext cx="17829495" cy="4696690"/>
          </a:xfrm>
          <a:prstGeom prst="rect">
            <a:avLst/>
          </a:prstGeom>
        </p:spPr>
      </p:pic>
      <p:pic>
        <p:nvPicPr>
          <p:cNvPr id="137" name="Imagem 31"/>
          <p:cNvPicPr>
            <a:picLocks noChangeAspect="1"/>
          </p:cNvPicPr>
          <p:nvPr/>
        </p:nvPicPr>
        <p:blipFill>
          <a:blip ns3:embed="R29b2f0bbdb0c4ce0"/>
          <a:srcRect l="0" t="0" r="0" b="0"/>
          <a:stretch/>
        </p:blipFill>
        <p:spPr>
          <a:xfrm rot="0" flipH="0" flipV="0">
            <a:off x="35525305" y="152401"/>
            <a:ext cx="8518294" cy="4696690"/>
          </a:xfrm>
          <a:prstGeom prst="rect">
            <a:avLst/>
          </a:prstGeom>
        </p:spPr>
      </p:pic>
      <p:pic>
        <p:nvPicPr>
          <p:cNvPr id="138" name="Imagem 32"/>
          <p:cNvPicPr>
            <a:picLocks noChangeAspect="1"/>
          </p:cNvPicPr>
          <p:nvPr/>
        </p:nvPicPr>
        <p:blipFill>
          <a:blip ns3:embed="R29b2f0bbdb0c4ce0"/>
          <a:srcRect l="0" t="41985" r="50251" b="34197"/>
          <a:stretch/>
        </p:blipFill>
        <p:spPr>
          <a:xfrm rot="10800000" flipH="1" flipV="0">
            <a:off x="152400" y="152401"/>
            <a:ext cx="17829495" cy="4696690"/>
          </a:xfrm>
          <a:prstGeom prst="rect">
            <a:avLst/>
          </a:prstGeom>
        </p:spPr>
      </p:pic>
      <p:pic>
        <p:nvPicPr>
          <p:cNvPr id="139" name="Imagem 28"/>
          <p:cNvPicPr>
            <a:picLocks noChangeAspect="1"/>
          </p:cNvPicPr>
          <p:nvPr/>
        </p:nvPicPr>
        <p:blipFill>
          <a:blip ns3:embed="Rcb7cd4855f5c48de"/>
          <a:stretch>
            <a:fillRect l="0" t="0" r="0" b="0"/>
          </a:stretch>
        </p:blipFill>
        <p:spPr>
          <a:xfrm rot="0" flipH="0" flipV="0">
            <a:off x="1257207" y="1150469"/>
            <a:ext cx="12847803" cy="2658990"/>
          </a:xfrm>
          <a:prstGeom prst="rect">
            <a:avLst/>
          </a:prstGeom>
        </p:spPr>
      </p:pic>
      <p:pic>
        <p:nvPicPr>
          <p:cNvPr id="140" name="Imagem 34"/>
          <p:cNvPicPr>
            <a:picLocks noChangeAspect="1"/>
          </p:cNvPicPr>
          <p:nvPr/>
        </p:nvPicPr>
        <p:blipFill>
          <a:blip ns3:embed="Rda4311979b7646cf"/>
          <a:stretch>
            <a:fillRect l="0" t="0" r="0" b="0"/>
          </a:stretch>
        </p:blipFill>
        <p:spPr>
          <a:xfrm>
            <a:off x="16751301" y="1892510"/>
            <a:ext cx="24396700" cy="1536490"/>
          </a:xfrm>
          <a:prstGeom prst="rect">
            <a:avLst/>
          </a:prstGeom>
        </p:spPr>
      </p:pic>
      <p:sp>
        <p:nvSpPr>
          <p:cNvPr id="39" name="poster-title">
            <a:extLst>
              <a:ext uri="{FF2B5EF4-FFF2-40B4-BE49-F238E27FC236}">
                <ns2:creationId id="{CFE118DB-12E8-401C-88FB-C56E4AA5200D}"/>
              </a:ext>
            </a:extLst>
          </p:cNvPr>
          <p:cNvSpPr>
            <a:spLocks noGrp="1"/>
          </p:cNvSpPr>
          <p:nvPr/>
        </p:nvSpPr>
        <p:spPr>
          <a:xfrm>
            <a:off x="552450" y="5619750"/>
            <a:ext cx="70675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/>
          <a:lstStyle/>
          <a:p>
            <a:r>
              <a:rPr sz="770" b="1" i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Asma no Brasil, 2013-2019</a:t>
            </a:r>
            <a:endParaRPr/>
          </a:p>
          <a:p>
            <a:r>
              <a:rPr sz="770" b="0" i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PNS, plano amostral complexo e</a:t>
            </a:r>
            <a:endParaRPr/>
          </a:p>
          <a:p>
            <a:r>
              <a:rPr sz="770" b="0" i="1">
                <a:solidFill>
                  <a:srgbClr val="111111"/>
                </a:solidFill>
                <a:latin typeface="Arial"/>
                <a:ea typeface="Arial"/>
                <a:cs typeface="Arial"/>
              </a:rPr>
              <a:t>indicadores reprodutíveis</a:t>
            </a:r>
            <a:endParaRPr/>
          </a:p>
        </p:txBody>
      </p:sp>
      <p:sp>
        <p:nvSpPr>
          <p:cNvPr id="40" name="poster-presenter">
            <a:extLst>
              <a:ext uri="{FF2B5EF4-FFF2-40B4-BE49-F238E27FC236}">
                <ns2:creationId id="{B04A30FA-0FEC-4851-8992-90FBE5A86597}"/>
              </a:ext>
            </a:extLst>
          </p:cNvPr>
          <p:cNvSpPr>
            <a:spLocks noGrp="1"/>
          </p:cNvSpPr>
          <p:nvPr/>
        </p:nvSpPr>
        <p:spPr>
          <a:xfrm>
            <a:off x="942975" y="7334250"/>
            <a:ext cx="7048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0" i="0">
                <a:solidFill>
                  <a:srgbClr val="5A5A5A"/>
                </a:solidFill>
              </a:defRPr>
            </a:pPr>
            <a:r>
              <a:rPr sz="1875" b="0" i="0">
                <a:solidFill>
                  <a:srgbClr val="5A5A5A"/>
                </a:solidFill>
                <a:latin typeface="Arial"/>
                <a:ea typeface="Arial"/>
                <a:cs typeface="Arial"/>
              </a:rPr>
              <a:t>APRESENTAÇÃO: I. Dube; M. E. L. Silva</a:t>
            </a:r>
          </a:p>
        </p:txBody>
      </p:sp>
      <p:sp>
        <p:nvSpPr>
          <p:cNvPr id="43" name="poster-authors">
            <a:extLst>
              <a:ext uri="{FF2B5EF4-FFF2-40B4-BE49-F238E27FC236}">
                <ns2:creationId id="{6F605D87-2F06-4045-9747-69A26DFAC9DD}"/>
              </a:ext>
            </a:extLst>
          </p:cNvPr>
          <p:cNvSpPr>
            <a:spLocks noGrp="1"/>
          </p:cNvSpPr>
          <p:nvPr/>
        </p:nvSpPr>
        <p:spPr>
          <a:xfrm>
            <a:off x="36852225" y="26450925"/>
            <a:ext cx="666750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100" b="0" i="0">
                <a:solidFill>
                  <a:srgbClr val="111111"/>
                </a:solidFill>
              </a:defRPr>
            </a:pPr>
            <a:r>
              <a:rPr sz="2100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I. Dube; M. E. L. Silva</a:t>
            </a:r>
          </a:p>
          <a:p>
            <a:pPr algn="l">
              <a:buNone/>
              <a:defRPr sz="2100" b="0" i="0">
                <a:solidFill>
                  <a:srgbClr val="111111"/>
                </a:solidFill>
              </a:defRPr>
            </a:pPr>
            <a:r>
              <a:rPr sz="2100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PNS 2013-2019 | Brasil</a:t>
            </a:r>
          </a:p>
        </p:txBody>
      </p:sp>
      <p:sp>
        <p:nvSpPr>
          <p:cNvPr id="44" name="github-qr-placeholder">
            <a:extLst>
              <a:ext uri="{FF2B5EF4-FFF2-40B4-BE49-F238E27FC236}">
                <ns2:creationId id="{D769B753-4009-4F89-910B-19A03CFC4E59}"/>
              </a:ext>
            </a:extLst>
          </p:cNvPr>
          <p:cNvSpPr>
            <a:spLocks noGrp="1"/>
          </p:cNvSpPr>
          <p:nvPr/>
        </p:nvSpPr>
        <p:spPr>
          <a:xfrm>
            <a:off x="12049125" y="24574500"/>
            <a:ext cx="4572000" cy="4572000"/>
          </a:xfrm>
          <a:prstGeom prst="rect">
            <a:avLst/>
          </a:prstGeom>
          <a:solidFill>
            <a:srgbClr val="FFFFFF"/>
          </a:solidFill>
          <a:ln w="57150">
            <a:solidFill>
              <a:srgbClr val="B9D9EB"/>
            </a:solidFill>
            <a:prstDash val="solid"/>
          </a:ln>
        </p:spPr>
      </p:sp>
      <p:sp>
        <p:nvSpPr>
          <p:cNvPr id="45" name="github-qr-placeholder-label">
            <a:extLst>
              <a:ext uri="{FF2B5EF4-FFF2-40B4-BE49-F238E27FC236}">
                <ns2:creationId id="{B202DFF5-D80F-462E-AF65-E5016D8ACD64}"/>
              </a:ext>
            </a:extLst>
          </p:cNvPr>
          <p:cNvSpPr>
            <a:spLocks noGrp="1"/>
          </p:cNvSpPr>
          <p:nvPr/>
        </p:nvSpPr>
        <p:spPr>
          <a:xfrm>
            <a:off x="12190000" y="25520000"/>
            <a:ext cx="4300000" cy="19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/>
          <a:lstStyle/>
          <a:p>
            <a:pPr algn="ctr"/>
            <a:r>
              <a:rPr sz="660" b="1" i="0">
                <a:solidFill>
                  <a:srgbClr val="20425A"/>
                </a:solidFill>
                <a:latin typeface="Arial"/>
                <a:ea typeface="Arial"/>
                <a:cs typeface="Arial"/>
              </a:rPr>
              <a:t>QR Code</a:t>
            </a:r>
            <a:endParaRPr/>
          </a:p>
          <a:p>
            <a:pPr algn="ctr"/>
            <a:r>
              <a:rPr sz="660" b="0" i="0">
                <a:solidFill>
                  <a:srgbClr val="20425A"/>
                </a:solidFill>
                <a:latin typeface="Arial"/>
                <a:ea typeface="Arial"/>
                <a:cs typeface="Arial"/>
              </a:rPr>
              <a:t>Relatório metodológico, códigos e</a:t>
            </a:r>
            <a:endParaRPr/>
          </a:p>
          <a:p>
            <a:pPr algn="ctr"/>
            <a:r>
              <a:rPr sz="660" b="0" i="0">
                <a:solidFill>
                  <a:srgbClr val="20425A"/>
                </a:solidFill>
                <a:latin typeface="Arial"/>
                <a:ea typeface="Arial"/>
                <a:cs typeface="Arial"/>
              </a:rPr>
              <a:t>gráficos reprodutíveis</a:t>
            </a:r>
            <a:endParaRPr/>
          </a:p>
          <a:p>
            <a:pPr algn="ctr"/>
            <a:r>
              <a:rPr sz="660" b="0" i="0">
                <a:solidFill>
                  <a:srgbClr val="20425A"/>
                </a:solidFill>
                <a:latin typeface="Arial"/>
                <a:ea typeface="Arial"/>
                <a:cs typeface="Arial"/>
              </a:rPr>
              <a:t>https://ingodube.github.io/PNS_2013_2019/metodologia.html</a:t>
            </a:r>
            <a:endParaRPr/>
          </a:p>
        </p:txBody>
      </p:sp>
      <p:pic>
        <p:nvPicPr>
          <p:cNvPr id="146" name=""/>
          <p:cNvPicPr>
            <a:picLocks noChangeAspect="1"/>
          </p:cNvPicPr>
          <p:nvPr/>
        </p:nvPicPr>
        <p:blipFill>
          <a:blip ns3:embed="Ra717ab67737d4009"/>
          <a:stretch/>
        </p:blipFill>
        <p:spPr>
          <a:xfrm>
            <a:off x="9906000" y="13716000"/>
            <a:ext cx="10477500" cy="8096250"/>
          </a:xfrm>
          <a:prstGeom prst="rect">
            <a:avLst/>
          </a:prstGeom>
        </p:spPr>
      </p:pic>
      <p:pic>
        <p:nvPicPr>
          <p:cNvPr id="147" name=""/>
          <p:cNvPicPr>
            <a:picLocks noChangeAspect="1"/>
          </p:cNvPicPr>
          <p:nvPr/>
        </p:nvPicPr>
        <p:blipFill>
          <a:blip ns3:embed="Ra4cf05863a65443f"/>
          <a:stretch/>
        </p:blipFill>
        <p:spPr>
          <a:xfrm>
            <a:off x="23050500" y="13716000"/>
            <a:ext cx="10477500" cy="8096250"/>
          </a:xfrm>
          <a:prstGeom prst="rect">
            <a:avLst/>
          </a:prstGeom>
        </p:spPr>
      </p:pic>
      <p:pic>
        <p:nvPicPr>
          <p:cNvPr id="148" name=""/>
          <p:cNvPicPr>
            <a:picLocks noChangeAspect="1"/>
          </p:cNvPicPr>
          <p:nvPr/>
        </p:nvPicPr>
        <p:blipFill>
          <a:blip ns3:embed="R33a642fdcdbc4d9e"/>
          <a:stretch/>
        </p:blipFill>
        <p:spPr>
          <a:xfrm>
            <a:off x="9906000" y="13716000"/>
            <a:ext cx="10477500" cy="8096250"/>
          </a:xfrm>
          <a:prstGeom prst="rect">
            <a:avLst/>
          </a:prstGeom>
        </p:spPr>
      </p:pic>
      <p:pic>
        <p:nvPicPr>
          <p:cNvPr id="149" name=""/>
          <p:cNvPicPr>
            <a:picLocks noChangeAspect="1"/>
          </p:cNvPicPr>
          <p:nvPr/>
        </p:nvPicPr>
        <p:blipFill>
          <a:blip ns3:embed="R93e2fce0c76e4357"/>
          <a:stretch/>
        </p:blipFill>
        <p:spPr>
          <a:xfrm>
            <a:off x="23050500" y="13716000"/>
            <a:ext cx="10477500" cy="8096250"/>
          </a:xfrm>
          <a:prstGeom prst="rect">
            <a:avLst/>
          </a:prstGeom>
        </p:spPr>
      </p:pic>
      <p:sp>
        <p:nvSpPr>
          <p:cNvPr id="115" name="morrison-method-detail">
            <a:extLst>
              <a:ext uri="{FF2B5EF4-FFF2-40B4-BE49-F238E27FC236}">
                <ns2:creationId id="{D6FDB93F-4D1B-4B8D-AFAE-346D9F0697FB}"/>
              </a:ext>
            </a:extLst>
          </p:cNvPr>
          <p:cNvSpPr>
            <a:spLocks noGrp="1"/>
          </p:cNvSpPr>
          <p:nvPr/>
        </p:nvSpPr>
        <p:spPr>
          <a:xfrm>
            <a:off x="495300" y="7900000"/>
            <a:ext cx="7239000" cy="7000000"/>
            <a:off y="8667750"/>
            <a:ext cy="615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/>
          <a:lstStyle/>
          <a:p>
            <a:r>
              <a:rPr sz="590" b="1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CONTEXTO</a:t>
            </a:r>
            <a:endParaRPr/>
          </a:p>
          <a:p>
            <a:r>
              <a:rPr sz="590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A PNS é inquérito domiciliar</a:t>
            </a:r>
            <a:endParaRPr/>
          </a:p>
          <a:p>
            <a:r>
              <a:rPr sz="590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amostral; unidade de análise: morador</a:t>
            </a:r>
            <a:endParaRPr/>
          </a:p>
          <a:p>
            <a:r>
              <a:rPr sz="590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selecionado.</a:t>
            </a:r>
            <a:endParaRPr/>
          </a:p>
          <a:p>
            <a:r>
              <a:rPr sz="590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Indicadores epidemiológicos traduzem</a:t>
            </a:r>
            <a:endParaRPr/>
          </a:p>
          <a:p>
            <a:r>
              <a:rPr sz="590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respostas individuais em evidência</a:t>
            </a:r>
            <a:endParaRPr/>
          </a:p>
          <a:p>
            <a:r>
              <a:rPr sz="590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para vigilância e planejamento.</a:t>
            </a:r>
            <a:endParaRPr/>
          </a:p>
          <a:p>
            <a:r>
              <a:rPr sz="590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/>
            </a:r>
            <a:endParaRPr/>
          </a:p>
          <a:p>
            <a:r>
              <a:rPr sz="590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MÉTODO</a:t>
            </a:r>
            <a:endParaRPr/>
          </a:p>
          <a:p>
            <a:r>
              <a:rPr sz="590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`pns_design()` incorpora UPA/PSU,</a:t>
            </a:r>
            <a:endParaRPr/>
          </a:p>
          <a:p>
            <a:r>
              <a:rPr sz="590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estratos e pesos calibrados.</a:t>
            </a:r>
            <a:endParaRPr/>
          </a:p>
          <a:p>
            <a:r>
              <a:rPr sz="590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Variáveis: Q074 diagnóstico, Q076</a:t>
            </a:r>
            <a:endParaRPr/>
          </a:p>
          <a:p>
            <a:r>
              <a:rPr sz="590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crise, Q077* medicamento, P050</a:t>
            </a:r>
            <a:endParaRPr/>
          </a:p>
          <a:p>
            <a:r>
              <a:rPr sz="590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tabagismo.</a:t>
            </a:r>
            <a:endParaRPr/>
          </a:p>
          <a:p>
            <a:r>
              <a:rPr sz="590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Denominadores: população, asmáticos,</a:t>
            </a:r>
            <a:endParaRPr/>
          </a:p>
          <a:p>
            <a:r>
              <a:rPr sz="590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asmáticos com crise ou respostas</a:t>
            </a:r>
            <a:endParaRPr/>
          </a:p>
          <a:p>
            <a:r>
              <a:rPr sz="590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válidas.</a:t>
            </a:r>
            <a:endParaRPr/>
          </a:p>
          <a:p>
            <a:r>
              <a:rPr sz="590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Comparações: estimativa pontual,</a:t>
            </a:r>
            <a:endParaRPr/>
          </a:p>
          <a:p>
            <a:r>
              <a:rPr sz="590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IC95% beta, magnitude e sobreposição</a:t>
            </a:r>
            <a:endParaRPr/>
          </a:p>
          <a:p>
            <a:r>
              <a:rPr sz="590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dos intervalos.</a:t>
            </a:r>
            <a:endParaRPr/>
          </a:p>
        </p:txBody>
      </p:sp>
      <p:sp>
        <p:nvSpPr>
          <p:cNvPr id="116" name="morrison-resource-detail">
            <a:extLst>
              <a:ext uri="{FF2B5EF4-FFF2-40B4-BE49-F238E27FC236}">
                <ns2:creationId id="{82D93542-35C1-4915-9FAB-BFAD5413ED49}"/>
              </a:ext>
            </a:extLst>
          </p:cNvPr>
          <p:cNvSpPr>
            <a:spLocks noGrp="1"/>
          </p:cNvSpPr>
          <p:nvPr/>
        </p:nvSpPr>
        <p:spPr>
          <a:xfrm>
            <a:off x="36223575" y="5270000"/>
            <a:ext cx="6905625" cy="217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/>
          <a:lstStyle/>
          <a:p>
            <a:r>
              <a:rPr sz="385" b="1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INTERPRETAÇÃO ESTATÍSTICA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IC beta respeita limites 0-1 e é mais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robusto que Wald para proporções e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domínios pequenos.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ICs sem sobreposição sustentam aumento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nacional; ICs sobrepostos limitam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conclusões em muitas UFs.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/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DADOS OBSERVACIONAIS E INTEROPERABILIDADE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Fluxo ETL: extrair microdados,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transformar variáveis, documentar regras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e carregar tabelas analíticas.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PNS não é base clínica longitudinal;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OMOP/OHDSI orienta padronização,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vocabulários e comparação futura com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bases assistenciais.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A camada populacional ajuda a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contextualizar trajetórias clínicas,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dispensação, exacerbações e uso de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serviços.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/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REFERÊNCIAS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[1] GLOBAL ASTHMA NETWORK. Global Asthma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Report 2022. Auckland, New Zealand: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Global Asthma Network, 2022. Disponível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em: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https://globalasthmareport.org/resources/Global_Asthma_Report_2022.pdf.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Acesso em: 19 set. 2025.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[2] SOUZA-JÚNIOR, Paulo Roberto Borges de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et al. Desenho da amostra da Pesquisa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Nacional de Saúde 2013. Epidemiologia e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Serviços de Saúde, v. 24, p. 207-216,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2015.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[3] DUBE, I.; SILVA, M. E. L.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PNS_2013_2019. GitHub, 2026. Disponível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em: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https://github.com/ingodube/PNS_2013_2019.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Acesso em: 28 mai. 2026.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[4] MENEZES, A. M. B. et al. Prevalência de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diagnóstico médico de asma em adultos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brasileiros: Pesquisa Nacional de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Saúde, 2013. Revista Brasileira de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Epidemiologia, São Paulo, v. 18, supl.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2, p. 204-213, 2015.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[5] SEVERE ASTHMA. Non-Pharmacological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Interventions for Asthma. Disponível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em: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https://www.severeasthma.org.au/non-pharmacological-interventions-asthma/.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Acesso em: 19 set. 2025.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[6] SANTOS, Felipe Moraes dos et al.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Tendência da prevalência de asma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autorreferida no Brasil de 2003 a 2013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em adultos e fatores associados à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prevalência. Jornal Brasileiro de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Pneumologia, v. 44, n. 6, p. 491-497,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2018.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doi:10.1590/S1806-37562017000000328.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[7] TO, T. et al. Global asthma prevalence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in adults: findings from the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cross-sectional world health survey.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BMC Public Health, v. 12, art. 204,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2012. doi:10.1186/1471-2458-12-204.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[8] OHDSI. Standardized Data: The OMOP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Common Data Model. Disponível em: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https://www.ohdsi.org/data-standardization/.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[9] OHDSI. OMOP Common Data Model.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Disponível em: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https://ohdsi.github.io/CommonDataModel/.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[10] OHDSI. ETL Creation Best Practices.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Disponível em: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https://www.ohdsi.org/web/wiki/doku.php?id=documentation:etl_best_practices.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[11] LUMLEY, Thomas. Complex Surveys: A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Guide to Analysis Using R. Hoboken: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Wiley, 2010.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[12] BROWN, Lawrence D.; CAI, T. Tony;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DASGUPTA, Anirban. Interval estimation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for a binomial proportion. Statistical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Science, v. 16, n. 2, p. 101-133, 2001.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doi:10.1214/ss/1009213286.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[13] KORN, Edward L.; GRAUBARD, Barry I.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Confidence intervals for proportions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with small expected number of positive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counts estimated from survey data.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Survey Methodology, v. 24, n. 2, p.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193-201, 1998.</a:t>
            </a:r>
            <a:endParaRPr/>
          </a:p>
        </p:txBody>
      </p:sp>
      <p:pic>
        <p:nvPicPr>
          <p:cNvPr id="152" name=""/>
          <p:cNvPicPr>
            <a:picLocks noChangeAspect="1"/>
          </p:cNvPicPr>
          <p:nvPr/>
        </p:nvPicPr>
        <p:blipFill>
          <a:blip ns3:embed="Rc0dc40d83a404b6d"/>
          <a:stretch/>
        </p:blipFill>
        <p:spPr>
          <a:xfrm>
            <a:off x="9906000" y="13716000"/>
            <a:ext cx="10477500" cy="8096250"/>
          </a:xfrm>
          <a:prstGeom prst="rect">
            <a:avLst/>
          </a:prstGeom>
        </p:spPr>
      </p:pic>
      <p:pic>
        <p:nvPicPr>
          <p:cNvPr id="153" name=""/>
          <p:cNvPicPr>
            <a:picLocks noChangeAspect="1"/>
          </p:cNvPicPr>
          <p:nvPr/>
        </p:nvPicPr>
        <p:blipFill>
          <a:blip ns3:embed="R3c339897eee5483f"/>
          <a:stretch/>
        </p:blipFill>
        <p:spPr>
          <a:xfrm>
            <a:off x="23050500" y="13716000"/>
            <a:ext cx="10477500" cy="8096250"/>
          </a:xfrm>
          <a:prstGeom prst="rect">
            <a:avLst/>
          </a:prstGeom>
        </p:spPr>
      </p:pic>
      <p:sp>
        <p:nvSpPr>
          <p:cNvPr id="119" name="morrison-chart-note">
            <a:extLst>
              <a:ext uri="{FF2B5EF4-FFF2-40B4-BE49-F238E27FC236}">
                <ns2:creationId id="{B40F3A6E-9286-4BF6-A4DA-84A73CB4D9E6}"/>
              </a:ext>
            </a:extLst>
          </p:cNvPr>
          <p:cNvSpPr>
            <a:spLocks noGrp="1"/>
          </p:cNvSpPr>
          <p:nvPr/>
        </p:nvSpPr>
        <p:spPr>
          <a:xfrm>
            <a:off x="9334500" y="21970000"/>
            <a:ext cx="24765000" cy="135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/>
          <a:lstStyle/>
          <a:p>
            <a:r>
              <a:rPr sz="610" b="1" i="0">
                <a:latin typeface="Arial"/>
                <a:ea typeface="Arial"/>
                <a:cs typeface="Arial"/>
                <a:solidFill>
                  <a:srgbClr val="FFFFFF"/>
                </a:solidFill>
              </a:rPr>
              <a:t>Figuras exportadas dos códigos R: barras horizontais por UF, comparação 2013/2019, IC95% beta e paleta original. Barras =</a:t>
            </a:r>
            <a:endParaRPr/>
          </a:p>
          <a:p>
            <a:r>
              <a:rPr sz="610" b="0" i="0">
                <a:latin typeface="Arial"/>
                <a:ea typeface="Arial"/>
                <a:cs typeface="Arial"/>
                <a:solidFill>
                  <a:srgbClr val="FFFFFF"/>
                </a:solidFill>
              </a:rPr>
              <a:t>estimativas ponderadas; traços = incerteza amostral.</a:t>
            </a:r>
            <a:endParaRPr/>
          </a:p>
        </p:txBody>
      </p:sp>
      <p:sp>
        <p:nvSpPr>
          <p:cNvPr id="154" name="formula-box-morrison-pt"/>
          <p:cNvSpPr txBox="1"/>
          <p:nvPr/>
        </p:nvSpPr>
        <p:spPr>
          <a:xfrm>
            <a:off x="495300" y="15150000"/>
            <a:ext cx="7239000" cy="2850000"/>
            <a:off x="495300" y="14950000"/>
            <a:ext cx="7239000" cy="2450000"/>
          </a:xfrm>
          <a:prstGeom prst="rect">
            <a:avLst/>
          </a:prstGeom>
          <a:solidFill>
            <a:srgbClr val="F8FBFD"/>
          </a:solidFill>
          <a:ln w="12700">
            <a:solidFill>
              <a:srgbClr val="1F4E79"/>
            </a:solidFill>
          </a:ln>
        </p:spPr>
        <p:txBody>
          <a:bodyPr wrap="square" lIns="76200" rIns="76200" tIns="76200" bIns="76200" anchor="ctr"/>
          <a:lstStyle/>
          <a:p>
            <a:pPr algn="ctr"/>
            <a:r>
              <a:rPr lang="pt-BR" sz="770" b="1">
                <a:latin typeface="Cambria Math"/>
              </a:rPr>
              <a:t>FÓRMULAS DO ESTUDO</a:t>
            </a:r>
            <a:endParaRPr/>
          </a:p>
          <a:p>
            <a:pPr algn="ctr"/>
            <a:r>
              <a:rPr lang="pt-BR" sz="770" b="0">
                <a:latin typeface="Cambria Math"/>
              </a:rPr>
              <a:t>p̂ = Σᵢ wᵢyᵢ / Σᵢ wᵢ</a:t>
            </a:r>
            <a:endParaRPr/>
          </a:p>
          <a:p>
            <a:pPr algn="ctr"/>
            <a:r>
              <a:rPr lang="pt-BR" sz="770" b="0">
                <a:latin typeface="Cambria Math"/>
              </a:rPr>
              <a:t>wᵢ = peso; yᵢ = evento binário</a:t>
            </a:r>
            <a:endParaRPr/>
          </a:p>
          <a:p>
            <a:pPr algn="ctr"/>
            <a:r>
              <a:rPr lang="pt-BR" sz="770" b="0">
                <a:latin typeface="Cambria Math"/>
              </a:rPr>
              <a:t>% = 100 × p̂</a:t>
            </a:r>
            <a:endParaRPr/>
          </a:p>
          <a:p>
            <a:pPr algn="ctr"/>
            <a:r>
              <a:rPr lang="pt-BR" sz="770" b="0">
                <a:latin typeface="Cambria Math"/>
              </a:rPr>
              <a:t>taxa₁₀₀k = 100000 × p̂</a:t>
            </a:r>
            <a:endParaRPr/>
          </a:p>
          <a:p>
            <a:pPr algn="ctr"/>
            <a:r>
              <a:rPr lang="pt-BR" sz="770" b="0">
                <a:latin typeface="Cambria Math"/>
              </a:rPr>
              <a:t>IC₉₅%(p̂): beta</a:t>
            </a:r>
            <a:endParaRPr/>
          </a:p>
        </p:txBody>
      </p:sp>
      <p:sp>
        <p:nvSpPr>
          <p:cNvPr id="155" name="results-box-morrison-pt"/>
          <p:cNvSpPr txBox="1"/>
          <p:nvPr/>
        </p:nvSpPr>
        <p:spPr>
          <a:xfrm>
            <a:off x="495300" y="18300000"/>
            <a:ext cx="7239000" cy="6500000"/>
            <a:off x="495300" y="17650000"/>
            <a:ext cx="7239000" cy="3600000"/>
          </a:xfrm>
          <a:prstGeom prst="rect">
            <a:avLst/>
          </a:prstGeom>
          <a:solidFill>
            <a:srgbClr val="F8FBFD"/>
          </a:solidFill>
          <a:ln w="12700">
            <a:solidFill>
              <a:srgbClr val="1F4E79"/>
            </a:solidFill>
          </a:ln>
        </p:spPr>
        <p:txBody>
          <a:bodyPr wrap="square" lIns="76200" rIns="76200" tIns="76200" bIns="76200" anchor="ctr"/>
          <a:lstStyle/>
          <a:p>
            <a:r>
              <a:rPr lang="pt-BR" sz="600" b="1"/>
              <a:t>ACHADOS PRINCIPAIS</a:t>
            </a:r>
            <a:endParaRPr/>
          </a:p>
          <a:p>
            <a:r>
              <a:rPr lang="pt-BR" sz="600" b="0"/>
              <a:t>• Diagnóstico médico de asma: 4,41% -&gt;</a:t>
            </a:r>
            <a:endParaRPr/>
          </a:p>
          <a:p>
            <a:r>
              <a:rPr lang="pt-BR" sz="600" b="0"/>
              <a:t>  5,40%.</a:t>
            </a:r>
            <a:endParaRPr/>
          </a:p>
          <a:p>
            <a:r>
              <a:rPr lang="pt-BR" sz="600" b="0"/>
              <a:t>• Crises em 12 meses: 38,3% -&gt; 37,7%;</a:t>
            </a:r>
            <a:endParaRPr/>
          </a:p>
          <a:p>
            <a:r>
              <a:rPr lang="pt-BR" sz="600" b="0"/>
              <a:t>  estabilidade aproximada.</a:t>
            </a:r>
            <a:endParaRPr/>
          </a:p>
          <a:p>
            <a:r>
              <a:rPr lang="pt-BR" sz="600" b="0"/>
              <a:t>• Medicamento entre asmáticos: 81,5% -&gt;</a:t>
            </a:r>
            <a:endParaRPr/>
          </a:p>
          <a:p>
            <a:r>
              <a:rPr lang="pt-BR" sz="600" b="0"/>
              <a:t>  64,4%; cautela inferencial.</a:t>
            </a:r>
            <a:endParaRPr/>
          </a:p>
          <a:p>
            <a:r>
              <a:rPr lang="pt-BR" sz="600" b="0"/>
              <a:t>• Taxa populacional de medicamento</a:t>
            </a:r>
            <a:endParaRPr/>
          </a:p>
          <a:p>
            <a:r>
              <a:rPr lang="pt-BR" sz="600" b="0"/>
              <a:t>  distingue carga total de proporção</a:t>
            </a:r>
            <a:endParaRPr/>
          </a:p>
          <a:p>
            <a:r>
              <a:rPr lang="pt-BR" sz="600" b="0"/>
              <a:t>  entre diagnosticados.</a:t>
            </a:r>
            <a:endParaRPr/>
          </a:p>
          <a:p>
            <a:r>
              <a:rPr lang="pt-BR" sz="600" b="0"/>
              <a:t>• Tabagismo caiu em várias UFs; não</a:t>
            </a:r>
            <a:endParaRPr/>
          </a:p>
          <a:p>
            <a:r>
              <a:rPr lang="pt-BR" sz="600" b="0"/>
              <a:t>  explica sozinho o aumento do</a:t>
            </a:r>
            <a:endParaRPr/>
          </a:p>
          <a:p>
            <a:r>
              <a:rPr lang="pt-BR" sz="600" b="0"/>
              <a:t>  diagnóstico.</a:t>
            </a:r>
            <a:endParaRPr/>
          </a:p>
          <a:p>
            <a:r>
              <a:rPr lang="pt-BR" sz="600" b="0"/>
              <a:t>• Manejo exige acesso farmacológico,</a:t>
            </a:r>
            <a:endParaRPr/>
          </a:p>
          <a:p>
            <a:r>
              <a:rPr lang="pt-BR" sz="600" b="0"/>
              <a:t>  seguimento clínico e intervenções não</a:t>
            </a:r>
            <a:endParaRPr/>
          </a:p>
          <a:p>
            <a:r>
              <a:rPr lang="pt-BR" sz="600" b="0"/>
              <a:t>  farmacológicas.</a:t>
            </a:r>
            <a:endParaRPr/>
          </a:p>
        </p:txBody>
      </p:sp>
      <p:sp>
        <p:nvSpPr>
          <p:cNvPr id="156" name="center-finding-pt-1"/>
          <p:cNvSpPr txBox="1"/>
          <p:nvPr/>
        </p:nvSpPr>
        <p:spPr>
          <a:xfrm>
            <a:off x="9630000" y="9650000"/>
            <a:ext cx="7600000" cy="2300000"/>
          </a:xfrm>
          <a:prstGeom prst="rect">
            <a:avLst/>
          </a:prstGeom>
          <a:solidFill>
            <a:srgbClr val="EFF6FC"/>
          </a:solidFill>
          <a:ln w="12700">
            <a:solidFill>
              <a:srgbClr val="B9D8EF"/>
            </a:solidFill>
          </a:ln>
        </p:spPr>
        <p:txBody>
          <a:bodyPr wrap="square" lIns="76200" rIns="76200" tIns="76200" bIns="76200" anchor="t"/>
          <a:lstStyle/>
          <a:p>
            <a:r>
              <a:rPr lang="pt-BR" sz="1070" b="1"/>
              <a:t>PREVALÊNCIA</a:t>
            </a:r>
            <a:endParaRPr/>
          </a:p>
          <a:p>
            <a:r>
              <a:rPr lang="pt-BR" sz="1070" b="0"/>
              <a:t>Brasil: 4,41% -&gt; 5,40%</a:t>
            </a:r>
            <a:endParaRPr/>
          </a:p>
          <a:p>
            <a:r>
              <a:rPr lang="pt-BR" sz="1070" b="0"/>
              <a:t>IC95% sem sobreposição; aumento</a:t>
            </a:r>
            <a:endParaRPr/>
          </a:p>
          <a:p>
            <a:r>
              <a:rPr lang="pt-BR" sz="1070" b="0"/>
              <a:t>consistente do diagnóstico</a:t>
            </a:r>
            <a:endParaRPr/>
          </a:p>
          <a:p>
            <a:r>
              <a:rPr lang="pt-BR" sz="1070" b="0"/>
              <a:t>médico.</a:t>
            </a:r>
            <a:endParaRPr/>
          </a:p>
        </p:txBody>
      </p:sp>
      <p:sp>
        <p:nvSpPr>
          <p:cNvPr id="157" name="center-finding-pt-2"/>
          <p:cNvSpPr txBox="1"/>
          <p:nvPr/>
        </p:nvSpPr>
        <p:spPr>
          <a:xfrm>
            <a:off x="18120000" y="9650000"/>
            <a:ext cx="7600000" cy="2300000"/>
          </a:xfrm>
          <a:prstGeom prst="rect">
            <a:avLst/>
          </a:prstGeom>
          <a:solidFill>
            <a:srgbClr val="EFF6FC"/>
          </a:solidFill>
          <a:ln w="12700">
            <a:solidFill>
              <a:srgbClr val="B9D8EF"/>
            </a:solidFill>
          </a:ln>
        </p:spPr>
        <p:txBody>
          <a:bodyPr wrap="square" lIns="76200" rIns="76200" tIns="76200" bIns="76200" anchor="t"/>
          <a:lstStyle/>
          <a:p>
            <a:r>
              <a:rPr lang="pt-BR" sz="1070" b="1"/>
              <a:t>CRISES</a:t>
            </a:r>
            <a:endParaRPr/>
          </a:p>
          <a:p>
            <a:r>
              <a:rPr lang="pt-BR" sz="1070" b="0"/>
              <a:t>38,3% -&gt; 37,7%</a:t>
            </a:r>
            <a:endParaRPr/>
          </a:p>
          <a:p>
            <a:r>
              <a:rPr lang="pt-BR" sz="1070" b="0"/>
              <a:t>Estabilidade sugere controle</a:t>
            </a:r>
            <a:endParaRPr/>
          </a:p>
          <a:p>
            <a:r>
              <a:rPr lang="pt-BR" sz="1070" b="0"/>
              <a:t>clínico ainda insuficiente.</a:t>
            </a:r>
            <a:endParaRPr/>
          </a:p>
        </p:txBody>
      </p:sp>
      <p:sp>
        <p:nvSpPr>
          <p:cNvPr id="158" name="center-finding-pt-3"/>
          <p:cNvSpPr txBox="1"/>
          <p:nvPr/>
        </p:nvSpPr>
        <p:spPr>
          <a:xfrm>
            <a:off x="26610000" y="9650000"/>
            <a:ext cx="7600000" cy="2300000"/>
          </a:xfrm>
          <a:prstGeom prst="rect">
            <a:avLst/>
          </a:prstGeom>
          <a:solidFill>
            <a:srgbClr val="EFF6FC"/>
          </a:solidFill>
          <a:ln w="12700">
            <a:solidFill>
              <a:srgbClr val="B9D8EF"/>
            </a:solidFill>
          </a:ln>
        </p:spPr>
        <p:txBody>
          <a:bodyPr wrap="square" lIns="76200" rIns="76200" tIns="76200" bIns="76200" anchor="t"/>
          <a:lstStyle/>
          <a:p>
            <a:r>
              <a:rPr lang="pt-BR" sz="1070" b="1"/>
              <a:t>MEDICAMENTOS</a:t>
            </a:r>
            <a:endParaRPr/>
          </a:p>
          <a:p>
            <a:r>
              <a:rPr lang="pt-BR" sz="1070" b="0"/>
              <a:t>81,5% -&gt; 64,4%</a:t>
            </a:r>
            <a:endParaRPr/>
          </a:p>
          <a:p>
            <a:r>
              <a:rPr lang="pt-BR" sz="1070" b="0"/>
              <a:t>Separar proporção entre</a:t>
            </a:r>
            <a:endParaRPr/>
          </a:p>
          <a:p>
            <a:r>
              <a:rPr lang="pt-BR" sz="1070" b="0"/>
              <a:t>asmáticos da taxa populacional</a:t>
            </a:r>
            <a:endParaRPr/>
          </a:p>
          <a:p>
            <a:r>
              <a:rPr lang="pt-BR" sz="1070" b="0"/>
              <a:t>por 100 mil.</a:t>
            </a:r>
            <a:endParaRPr/>
          </a:p>
        </p:txBody>
      </p:sp>
      <p:sp>
        <p:nvSpPr>
          <p:cNvPr id="159" name="center-interpretation-pt"/>
          <p:cNvSpPr txBox="1"/>
          <p:nvPr/>
        </p:nvSpPr>
        <p:spPr>
          <a:xfrm>
            <a:off x="11000000" y="22350000"/>
            <a:ext cx="20500000" cy="2050000"/>
          </a:xfrm>
          <a:prstGeom prst="rect">
            <a:avLst/>
          </a:prstGeom>
          <a:solidFill>
            <a:srgbClr val="F6FAFD"/>
          </a:solidFill>
          <a:ln w="12700">
            <a:solidFill>
              <a:srgbClr val="B9D8EF"/>
            </a:solidFill>
          </a:ln>
        </p:spPr>
        <p:txBody>
          <a:bodyPr wrap="square" lIns="76200" rIns="76200" tIns="76200" bIns="76200" anchor="t"/>
          <a:lstStyle/>
          <a:p>
            <a:r>
              <a:rPr lang="pt-BR" sz="850" b="1"/>
              <a:t>LEITURA APLICADA</a:t>
            </a:r>
            <a:endParaRPr/>
          </a:p>
          <a:p>
            <a:r>
              <a:rPr lang="pt-BR" sz="850" b="0"/>
              <a:t>Aumento do diagnóstico pode refletir maior ocorrência, melhor acesso diagnóstico ou ambos. UFs</a:t>
            </a:r>
            <a:endParaRPr/>
          </a:p>
          <a:p>
            <a:r>
              <a:rPr lang="pt-BR" sz="850" b="0"/>
              <a:t>com IC95% sobreposto devem ser tratadas como comparação exploratória.</a:t>
            </a:r>
            <a:endParaRPr/>
          </a:p>
        </p:txBody>
      </p:sp>
      <p:sp>
        <p:nvSpPr>
          <p:cNvPr id="160" name="chart-caption-above-morrison-pt-1"/>
          <p:cNvSpPr txBox="1"/>
          <p:nvPr/>
        </p:nvSpPr>
        <p:spPr>
          <a:xfrm>
            <a:off x="9906000" y="13230000"/>
            <a:ext cx="10477500" cy="42000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wrap="square" lIns="76200" rIns="76200" tIns="76200" bIns="76200" anchor="t"/>
          <a:lstStyle/>
          <a:p>
            <a:pPr algn="ctr"/>
            <a:r>
              <a:rPr lang="pt-BR" sz="620" b="1">
                <a:solidFill>
                  <a:srgbClr val="FFFFFF"/>
                </a:solidFill>
              </a:rPr>
              <a:t>Figura 1: Prevalência de diagnóstico médico de asma por UF.</a:t>
            </a:r>
            <a:endParaRPr/>
          </a:p>
        </p:txBody>
      </p:sp>
      <p:sp>
        <p:nvSpPr>
          <p:cNvPr id="161" name="chart-caption-above-morrison-pt-2"/>
          <p:cNvSpPr txBox="1"/>
          <p:nvPr/>
        </p:nvSpPr>
        <p:spPr>
          <a:xfrm>
            <a:off x="23050500" y="13230000"/>
            <a:ext cx="10477500" cy="42000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wrap="square" lIns="76200" rIns="76200" tIns="76200" bIns="76200" anchor="t"/>
          <a:lstStyle/>
          <a:p>
            <a:pPr algn="ctr"/>
            <a:r>
              <a:rPr lang="pt-BR" sz="620" b="1">
                <a:solidFill>
                  <a:srgbClr val="FFFFFF"/>
                </a:solidFill>
              </a:rPr>
              <a:t>Figura 2: Uso de medicamento oral ou bombinha por UF.</a:t>
            </a:r>
            <a:endParaRPr/>
          </a:p>
        </p:txBody>
      </p:sp>
    </p:spTree>
    <p:extLst>
      <p:ext uri="{BB962C8B-B14F-4D97-AF65-F5344CB8AC3E}">
        <ns4:creationId val="2440222578"/>
      </p:ext>
    </p:extLst>
  </p:cSld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Default Design 1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2026-07-21T12:19:13.8360000Z</dcterms:created>
  <dcterms:modified xsi:type="dcterms:W3CDTF">2026-07-21T12:19:13.8360000Z</dcterms:modified>
</coreProperties>
</file>